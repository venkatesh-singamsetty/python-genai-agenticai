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revisionInfo.xml" ContentType="application/vnd.ms-powerpoint.revisioninfo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7" r:id="rId3"/>
    <p:sldId id="267" r:id="rId4"/>
    <p:sldId id="271" r:id="rId5"/>
    <p:sldId id="272" r:id="rId6"/>
    <p:sldId id="273" r:id="rId7"/>
    <p:sldId id="260" r:id="rId8"/>
    <p:sldId id="261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4A180C-5650-4D0F-A95A-2BA750F00DF5}" v="452" dt="2025-11-22T13:22:19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972" autoAdjust="0"/>
    <p:restoredTop sz="94660"/>
  </p:normalViewPr>
  <p:slideViewPr>
    <p:cSldViewPr snapToGrid="0">
      <p:cViewPr varScale="1">
        <p:scale>
          <a:sx n="87" d="100"/>
          <a:sy n="87" d="100"/>
        </p:scale>
        <p:origin x="-302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B3E71A-275B-4683-9A09-A26B92BB3A5B}" type="doc">
      <dgm:prSet loTypeId="urn:microsoft.com/office/officeart/2005/8/layout/default#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6D9B092-65DA-496E-B704-C9CD36F26A0A}">
      <dgm:prSet/>
      <dgm:spPr/>
      <dgm:t>
        <a:bodyPr/>
        <a:lstStyle/>
        <a:p>
          <a:r>
            <a:rPr lang="en-IN" b="1" dirty="0" err="1"/>
            <a:t>LangChain</a:t>
          </a:r>
          <a:r>
            <a:rPr lang="en-IN" b="1" dirty="0"/>
            <a:t> &amp; </a:t>
          </a:r>
          <a:r>
            <a:rPr lang="en-IN" b="1" dirty="0" err="1"/>
            <a:t>LangGraph</a:t>
          </a:r>
          <a:endParaRPr lang="en-US" dirty="0"/>
        </a:p>
      </dgm:t>
    </dgm:pt>
    <dgm:pt modelId="{45C50EFF-74DE-4217-9CD9-2E70AE2EBDCF}" type="parTrans" cxnId="{C2080076-E376-4A60-A7F7-3320ABBB9E33}">
      <dgm:prSet/>
      <dgm:spPr/>
      <dgm:t>
        <a:bodyPr/>
        <a:lstStyle/>
        <a:p>
          <a:endParaRPr lang="en-US"/>
        </a:p>
      </dgm:t>
    </dgm:pt>
    <dgm:pt modelId="{1DA86BF7-43D9-43C9-92C6-53D8B82DE72C}" type="sibTrans" cxnId="{C2080076-E376-4A60-A7F7-3320ABBB9E33}">
      <dgm:prSet/>
      <dgm:spPr/>
      <dgm:t>
        <a:bodyPr/>
        <a:lstStyle/>
        <a:p>
          <a:endParaRPr lang="en-US"/>
        </a:p>
      </dgm:t>
    </dgm:pt>
    <dgm:pt modelId="{9DCAA70A-7E60-42CF-9596-EA3C4AED2420}">
      <dgm:prSet/>
      <dgm:spPr/>
      <dgm:t>
        <a:bodyPr/>
        <a:lstStyle/>
        <a:p>
          <a:r>
            <a:rPr lang="en-IN" b="1" dirty="0"/>
            <a:t>Phi data</a:t>
          </a:r>
          <a:endParaRPr lang="en-US" dirty="0"/>
        </a:p>
      </dgm:t>
    </dgm:pt>
    <dgm:pt modelId="{64FC0887-E78E-4388-8905-4764855482A9}" type="parTrans" cxnId="{A49F721C-7AAB-4481-BFFB-705F86ED2BD3}">
      <dgm:prSet/>
      <dgm:spPr/>
      <dgm:t>
        <a:bodyPr/>
        <a:lstStyle/>
        <a:p>
          <a:endParaRPr lang="en-US"/>
        </a:p>
      </dgm:t>
    </dgm:pt>
    <dgm:pt modelId="{AA609BE8-59B6-4350-B937-DBCC8729F6AB}" type="sibTrans" cxnId="{A49F721C-7AAB-4481-BFFB-705F86ED2BD3}">
      <dgm:prSet/>
      <dgm:spPr/>
      <dgm:t>
        <a:bodyPr/>
        <a:lstStyle/>
        <a:p>
          <a:endParaRPr lang="en-US"/>
        </a:p>
      </dgm:t>
    </dgm:pt>
    <dgm:pt modelId="{1258396E-8AC8-4FCA-B393-0CE4E253D5E2}">
      <dgm:prSet/>
      <dgm:spPr/>
      <dgm:t>
        <a:bodyPr/>
        <a:lstStyle/>
        <a:p>
          <a:r>
            <a:rPr lang="en-IN" b="1" dirty="0"/>
            <a:t>Crew AI</a:t>
          </a:r>
          <a:endParaRPr lang="en-US" dirty="0"/>
        </a:p>
      </dgm:t>
    </dgm:pt>
    <dgm:pt modelId="{89AAFB8F-3611-49B0-8816-620E3C6C615A}" type="parTrans" cxnId="{BBF47881-21B2-47F9-A2C6-1F4FBD677C8A}">
      <dgm:prSet/>
      <dgm:spPr/>
      <dgm:t>
        <a:bodyPr/>
        <a:lstStyle/>
        <a:p>
          <a:endParaRPr lang="en-US"/>
        </a:p>
      </dgm:t>
    </dgm:pt>
    <dgm:pt modelId="{1EAE9533-EA04-4E7C-8FC9-81F2EDB61C94}" type="sibTrans" cxnId="{BBF47881-21B2-47F9-A2C6-1F4FBD677C8A}">
      <dgm:prSet/>
      <dgm:spPr/>
      <dgm:t>
        <a:bodyPr/>
        <a:lstStyle/>
        <a:p>
          <a:endParaRPr lang="en-US"/>
        </a:p>
      </dgm:t>
    </dgm:pt>
    <dgm:pt modelId="{19EC3D30-A386-4200-80C7-242906351F4D}">
      <dgm:prSet/>
      <dgm:spPr/>
      <dgm:t>
        <a:bodyPr/>
        <a:lstStyle/>
        <a:p>
          <a:r>
            <a:rPr lang="en-IN" b="1" dirty="0" err="1"/>
            <a:t>AutoGen</a:t>
          </a:r>
          <a:endParaRPr lang="en-US" dirty="0"/>
        </a:p>
      </dgm:t>
    </dgm:pt>
    <dgm:pt modelId="{D2B1165F-DCDA-48B3-81EC-B54ADE66AEB6}" type="parTrans" cxnId="{C56F4BE4-A31A-4352-BDA6-CE6E9659AEAA}">
      <dgm:prSet/>
      <dgm:spPr/>
      <dgm:t>
        <a:bodyPr/>
        <a:lstStyle/>
        <a:p>
          <a:endParaRPr lang="en-US"/>
        </a:p>
      </dgm:t>
    </dgm:pt>
    <dgm:pt modelId="{877F391E-4C81-4AB8-BA66-B97E44400AAF}" type="sibTrans" cxnId="{C56F4BE4-A31A-4352-BDA6-CE6E9659AEAA}">
      <dgm:prSet/>
      <dgm:spPr/>
      <dgm:t>
        <a:bodyPr/>
        <a:lstStyle/>
        <a:p>
          <a:endParaRPr lang="en-US"/>
        </a:p>
      </dgm:t>
    </dgm:pt>
    <dgm:pt modelId="{578837CF-CED8-4B15-A9C6-F36E771550F3}">
      <dgm:prSet/>
      <dgm:spPr/>
      <dgm:t>
        <a:bodyPr/>
        <a:lstStyle/>
        <a:p>
          <a:r>
            <a:rPr lang="en-US" dirty="0" err="1"/>
            <a:t>Smolagents</a:t>
          </a:r>
          <a:endParaRPr lang="en-US" dirty="0"/>
        </a:p>
      </dgm:t>
    </dgm:pt>
    <dgm:pt modelId="{90CE5F2E-126D-4052-AA6A-862218041CDA}" type="parTrans" cxnId="{EA2C6FE4-38F2-4B0B-9E6C-490AF14C4045}">
      <dgm:prSet/>
      <dgm:spPr/>
      <dgm:t>
        <a:bodyPr/>
        <a:lstStyle/>
        <a:p>
          <a:endParaRPr lang="en-IN"/>
        </a:p>
      </dgm:t>
    </dgm:pt>
    <dgm:pt modelId="{E74E7A29-4503-4D05-B5B6-D569C4428E92}" type="sibTrans" cxnId="{EA2C6FE4-38F2-4B0B-9E6C-490AF14C4045}">
      <dgm:prSet/>
      <dgm:spPr/>
      <dgm:t>
        <a:bodyPr/>
        <a:lstStyle/>
        <a:p>
          <a:endParaRPr lang="en-IN"/>
        </a:p>
      </dgm:t>
    </dgm:pt>
    <dgm:pt modelId="{C9AF5861-6A6C-4BAF-A4FC-89563C69AE30}">
      <dgm:prSet/>
      <dgm:spPr/>
      <dgm:t>
        <a:bodyPr/>
        <a:lstStyle/>
        <a:p>
          <a:r>
            <a:rPr lang="en-IN" b="1" dirty="0"/>
            <a:t>Manus AI</a:t>
          </a:r>
          <a:endParaRPr lang="en-US" dirty="0"/>
        </a:p>
      </dgm:t>
    </dgm:pt>
    <dgm:pt modelId="{F40BD772-2A92-49BA-9082-846B97E33AFC}" type="parTrans" cxnId="{F22F5B1C-5F9D-47E5-B6AB-6A35769330CD}">
      <dgm:prSet/>
      <dgm:spPr/>
      <dgm:t>
        <a:bodyPr/>
        <a:lstStyle/>
        <a:p>
          <a:endParaRPr lang="en-IN"/>
        </a:p>
      </dgm:t>
    </dgm:pt>
    <dgm:pt modelId="{92977189-B72F-4502-92DF-91BB368EAFAC}" type="sibTrans" cxnId="{F22F5B1C-5F9D-47E5-B6AB-6A35769330CD}">
      <dgm:prSet/>
      <dgm:spPr/>
      <dgm:t>
        <a:bodyPr/>
        <a:lstStyle/>
        <a:p>
          <a:endParaRPr lang="en-IN"/>
        </a:p>
      </dgm:t>
    </dgm:pt>
    <dgm:pt modelId="{1FCAE405-FA5E-4343-A65C-F72F81A233ED}">
      <dgm:prSet/>
      <dgm:spPr/>
      <dgm:t>
        <a:bodyPr/>
        <a:lstStyle/>
        <a:p>
          <a:r>
            <a:rPr lang="en-US" dirty="0"/>
            <a:t>Grok3</a:t>
          </a:r>
        </a:p>
      </dgm:t>
    </dgm:pt>
    <dgm:pt modelId="{8FB52873-BA38-4D24-B87C-F5C5BAFBB066}" type="parTrans" cxnId="{3541A354-3DC2-4C54-9471-C4182CC2B1E3}">
      <dgm:prSet/>
      <dgm:spPr/>
      <dgm:t>
        <a:bodyPr/>
        <a:lstStyle/>
        <a:p>
          <a:endParaRPr lang="en-IN"/>
        </a:p>
      </dgm:t>
    </dgm:pt>
    <dgm:pt modelId="{74B036FD-0590-45A9-82F8-CC9DB0BDAF00}" type="sibTrans" cxnId="{3541A354-3DC2-4C54-9471-C4182CC2B1E3}">
      <dgm:prSet/>
      <dgm:spPr/>
      <dgm:t>
        <a:bodyPr/>
        <a:lstStyle/>
        <a:p>
          <a:endParaRPr lang="en-IN"/>
        </a:p>
      </dgm:t>
    </dgm:pt>
    <dgm:pt modelId="{C37B3928-128E-4508-A9BF-4EA41704612C}">
      <dgm:prSet/>
      <dgm:spPr/>
      <dgm:t>
        <a:bodyPr/>
        <a:lstStyle/>
        <a:p>
          <a:r>
            <a:rPr lang="en-IN" b="1" dirty="0"/>
            <a:t>n8n</a:t>
          </a:r>
          <a:endParaRPr lang="en-US" dirty="0"/>
        </a:p>
      </dgm:t>
    </dgm:pt>
    <dgm:pt modelId="{69684C3D-AA74-440F-AB04-0245B47AE85A}" type="parTrans" cxnId="{2588A71A-D2FF-48E6-9A90-9BBAA7B134DD}">
      <dgm:prSet/>
      <dgm:spPr/>
      <dgm:t>
        <a:bodyPr/>
        <a:lstStyle/>
        <a:p>
          <a:endParaRPr lang="en-IN"/>
        </a:p>
      </dgm:t>
    </dgm:pt>
    <dgm:pt modelId="{84556BDE-10CE-4951-9AF1-D30130FA8432}" type="sibTrans" cxnId="{2588A71A-D2FF-48E6-9A90-9BBAA7B134DD}">
      <dgm:prSet/>
      <dgm:spPr/>
      <dgm:t>
        <a:bodyPr/>
        <a:lstStyle/>
        <a:p>
          <a:endParaRPr lang="en-IN"/>
        </a:p>
      </dgm:t>
    </dgm:pt>
    <dgm:pt modelId="{5467DC0F-B966-4D01-9D0F-AEAF9EAEE820}">
      <dgm:prSet/>
      <dgm:spPr/>
      <dgm:t>
        <a:bodyPr/>
        <a:lstStyle/>
        <a:p>
          <a:r>
            <a:rPr lang="en-IN" b="1" dirty="0"/>
            <a:t>Auto GPT</a:t>
          </a:r>
          <a:endParaRPr lang="en-US" dirty="0"/>
        </a:p>
      </dgm:t>
    </dgm:pt>
    <dgm:pt modelId="{DBCA06A9-1A84-4305-8326-5CAEDF3E8751}" type="parTrans" cxnId="{E7AC5664-8674-4C9E-B3A0-465D9919A8E4}">
      <dgm:prSet/>
      <dgm:spPr/>
      <dgm:t>
        <a:bodyPr/>
        <a:lstStyle/>
        <a:p>
          <a:endParaRPr lang="en-IN"/>
        </a:p>
      </dgm:t>
    </dgm:pt>
    <dgm:pt modelId="{E154613F-A8F7-414C-88CA-4C2A441978C3}" type="sibTrans" cxnId="{E7AC5664-8674-4C9E-B3A0-465D9919A8E4}">
      <dgm:prSet/>
      <dgm:spPr/>
      <dgm:t>
        <a:bodyPr/>
        <a:lstStyle/>
        <a:p>
          <a:endParaRPr lang="en-IN"/>
        </a:p>
      </dgm:t>
    </dgm:pt>
    <dgm:pt modelId="{6A40BC5F-D049-4271-8AC9-8B79FB3AB449}">
      <dgm:prSet/>
      <dgm:spPr/>
      <dgm:t>
        <a:bodyPr/>
        <a:lstStyle/>
        <a:p>
          <a:r>
            <a:rPr lang="en-IN" b="1" dirty="0"/>
            <a:t>Baby AGI</a:t>
          </a:r>
          <a:endParaRPr lang="en-US" dirty="0"/>
        </a:p>
      </dgm:t>
    </dgm:pt>
    <dgm:pt modelId="{276055F1-55F2-4BFD-9BFF-93DB60EDD560}" type="parTrans" cxnId="{B4BB2119-F92C-4900-A63A-B8BF5F7A93B2}">
      <dgm:prSet/>
      <dgm:spPr/>
      <dgm:t>
        <a:bodyPr/>
        <a:lstStyle/>
        <a:p>
          <a:endParaRPr lang="en-IN"/>
        </a:p>
      </dgm:t>
    </dgm:pt>
    <dgm:pt modelId="{5A661916-0BC3-46FD-956A-28D60EC1FC2D}" type="sibTrans" cxnId="{B4BB2119-F92C-4900-A63A-B8BF5F7A93B2}">
      <dgm:prSet/>
      <dgm:spPr/>
      <dgm:t>
        <a:bodyPr/>
        <a:lstStyle/>
        <a:p>
          <a:endParaRPr lang="en-IN"/>
        </a:p>
      </dgm:t>
    </dgm:pt>
    <dgm:pt modelId="{6688B333-1D17-4E49-91F6-147C4E6154C0}">
      <dgm:prSet/>
      <dgm:spPr/>
      <dgm:t>
        <a:bodyPr/>
        <a:lstStyle/>
        <a:p>
          <a:r>
            <a:rPr lang="en-IN" b="1" dirty="0" smtClean="0"/>
            <a:t>Antigravity</a:t>
          </a:r>
          <a:endParaRPr lang="en-US" dirty="0"/>
        </a:p>
      </dgm:t>
    </dgm:pt>
    <dgm:pt modelId="{11A741B5-1005-4111-B8CA-6350D7B6A9A4}" type="parTrans" cxnId="{1C6E2640-8B2F-4643-889B-B863A656AD72}">
      <dgm:prSet/>
      <dgm:spPr/>
      <dgm:t>
        <a:bodyPr/>
        <a:lstStyle/>
        <a:p>
          <a:endParaRPr lang="en-IN"/>
        </a:p>
      </dgm:t>
    </dgm:pt>
    <dgm:pt modelId="{10CFB85C-ADED-4D23-9461-9FC7D6C57977}" type="sibTrans" cxnId="{1C6E2640-8B2F-4643-889B-B863A656AD72}">
      <dgm:prSet/>
      <dgm:spPr/>
      <dgm:t>
        <a:bodyPr/>
        <a:lstStyle/>
        <a:p>
          <a:endParaRPr lang="en-IN"/>
        </a:p>
      </dgm:t>
    </dgm:pt>
    <dgm:pt modelId="{E2872EC0-CD6E-475B-9C48-F806A750951B}" type="pres">
      <dgm:prSet presAssocID="{FEB3E71A-275B-4683-9A09-A26B92BB3A5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7FBFBD5-6DD1-4902-9E96-FD0F3AA794E6}" type="pres">
      <dgm:prSet presAssocID="{16D9B092-65DA-496E-B704-C9CD36F26A0A}" presName="node" presStyleLbl="node1" presStyleIdx="0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353B22-4443-4C0A-AD3C-7819AEB24B2F}" type="pres">
      <dgm:prSet presAssocID="{1DA86BF7-43D9-43C9-92C6-53D8B82DE72C}" presName="sibTrans" presStyleCnt="0"/>
      <dgm:spPr/>
    </dgm:pt>
    <dgm:pt modelId="{3F6EB677-FF79-4D97-81F1-9898C35DA355}" type="pres">
      <dgm:prSet presAssocID="{9DCAA70A-7E60-42CF-9596-EA3C4AED2420}" presName="node" presStyleLbl="node1" presStyleIdx="1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EB2C0A-CF89-436E-B9BE-A27151EFE46B}" type="pres">
      <dgm:prSet presAssocID="{AA609BE8-59B6-4350-B937-DBCC8729F6AB}" presName="sibTrans" presStyleCnt="0"/>
      <dgm:spPr/>
    </dgm:pt>
    <dgm:pt modelId="{C732FBEA-C056-495C-9F30-B55692A90852}" type="pres">
      <dgm:prSet presAssocID="{1258396E-8AC8-4FCA-B393-0CE4E253D5E2}" presName="node" presStyleLbl="node1" presStyleIdx="2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CEE08E-EE98-4EC2-A621-3986AA0E925D}" type="pres">
      <dgm:prSet presAssocID="{1EAE9533-EA04-4E7C-8FC9-81F2EDB61C94}" presName="sibTrans" presStyleCnt="0"/>
      <dgm:spPr/>
    </dgm:pt>
    <dgm:pt modelId="{751FBF95-CE8F-48BA-AE36-3B1293324405}" type="pres">
      <dgm:prSet presAssocID="{578837CF-CED8-4B15-A9C6-F36E771550F3}" presName="node" presStyleLbl="node1" presStyleIdx="3" presStyleCnt="11" custLinFactNeighborX="1202" custLinFactNeighborY="400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86D2FB-3C61-4538-8523-AB422739351F}" type="pres">
      <dgm:prSet presAssocID="{E74E7A29-4503-4D05-B5B6-D569C4428E92}" presName="sibTrans" presStyleCnt="0"/>
      <dgm:spPr/>
    </dgm:pt>
    <dgm:pt modelId="{0F3DCDE1-BAED-40AD-956D-67CC6E2631F5}" type="pres">
      <dgm:prSet presAssocID="{C9AF5861-6A6C-4BAF-A4FC-89563C69AE30}" presName="node" presStyleLbl="node1" presStyleIdx="4" presStyleCnt="11" custLinFactNeighborX="-3354" custLinFactNeighborY="35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1095EC-753F-4169-82C7-BB4137A77AC0}" type="pres">
      <dgm:prSet presAssocID="{92977189-B72F-4502-92DF-91BB368EAFAC}" presName="sibTrans" presStyleCnt="0"/>
      <dgm:spPr/>
    </dgm:pt>
    <dgm:pt modelId="{A95CC003-4E67-4144-B4F4-B7B6AC45AF0D}" type="pres">
      <dgm:prSet presAssocID="{1FCAE405-FA5E-4343-A65C-F72F81A233ED}" presName="node" presStyleLbl="node1" presStyleIdx="5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156A66-6B79-4ABF-AD32-20A03B080200}" type="pres">
      <dgm:prSet presAssocID="{74B036FD-0590-45A9-82F8-CC9DB0BDAF00}" presName="sibTrans" presStyleCnt="0"/>
      <dgm:spPr/>
    </dgm:pt>
    <dgm:pt modelId="{F5446249-11C0-49FE-BC97-BC4163FE95BD}" type="pres">
      <dgm:prSet presAssocID="{C37B3928-128E-4508-A9BF-4EA41704612C}" presName="node" presStyleLbl="node1" presStyleIdx="6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1EB911-0508-4372-A02E-633E85CCE99D}" type="pres">
      <dgm:prSet presAssocID="{84556BDE-10CE-4951-9AF1-D30130FA8432}" presName="sibTrans" presStyleCnt="0"/>
      <dgm:spPr/>
    </dgm:pt>
    <dgm:pt modelId="{A2EADFB9-0BC2-43A3-B474-1BA046F4667D}" type="pres">
      <dgm:prSet presAssocID="{19EC3D30-A386-4200-80C7-242906351F4D}" presName="node" presStyleLbl="node1" presStyleIdx="7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182D1D-6232-4D0B-8329-CABF36E8496C}" type="pres">
      <dgm:prSet presAssocID="{877F391E-4C81-4AB8-BA66-B97E44400AAF}" presName="sibTrans" presStyleCnt="0"/>
      <dgm:spPr/>
    </dgm:pt>
    <dgm:pt modelId="{718442B2-961E-4DCA-B19E-A6E0D84F84E6}" type="pres">
      <dgm:prSet presAssocID="{5467DC0F-B966-4D01-9D0F-AEAF9EAEE820}" presName="node" presStyleLbl="node1" presStyleIdx="8" presStyleCnt="11" custLinFactNeighborX="-47829" custLinFactNeighborY="6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E3C982-8CDC-4705-8322-D6CAA53C7C85}" type="pres">
      <dgm:prSet presAssocID="{E154613F-A8F7-414C-88CA-4C2A441978C3}" presName="sibTrans" presStyleCnt="0"/>
      <dgm:spPr/>
    </dgm:pt>
    <dgm:pt modelId="{2259BB7B-26B7-415C-A3C3-15FEEF35CA8E}" type="pres">
      <dgm:prSet presAssocID="{6A40BC5F-D049-4271-8AC9-8B79FB3AB449}" presName="node" presStyleLbl="node1" presStyleIdx="9" presStyleCnt="11" custLinFactNeighborX="-46699" custLinFactNeighborY="65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09E98E-0540-48A0-A4D0-1864E6B9850A}" type="pres">
      <dgm:prSet presAssocID="{5A661916-0BC3-46FD-956A-28D60EC1FC2D}" presName="sibTrans" presStyleCnt="0"/>
      <dgm:spPr/>
    </dgm:pt>
    <dgm:pt modelId="{E239CAFB-A75B-4712-808E-7345DA134E11}" type="pres">
      <dgm:prSet presAssocID="{6688B333-1D17-4E49-91F6-147C4E6154C0}" presName="node" presStyleLbl="node1" presStyleIdx="10" presStyleCnt="11" custScaleX="120831" custLinFactNeighborX="-29752" custLinFactNeighborY="-373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588A71A-D2FF-48E6-9A90-9BBAA7B134DD}" srcId="{FEB3E71A-275B-4683-9A09-A26B92BB3A5B}" destId="{C37B3928-128E-4508-A9BF-4EA41704612C}" srcOrd="6" destOrd="0" parTransId="{69684C3D-AA74-440F-AB04-0245B47AE85A}" sibTransId="{84556BDE-10CE-4951-9AF1-D30130FA8432}"/>
    <dgm:cxn modelId="{BBF47881-21B2-47F9-A2C6-1F4FBD677C8A}" srcId="{FEB3E71A-275B-4683-9A09-A26B92BB3A5B}" destId="{1258396E-8AC8-4FCA-B393-0CE4E253D5E2}" srcOrd="2" destOrd="0" parTransId="{89AAFB8F-3611-49B0-8816-620E3C6C615A}" sibTransId="{1EAE9533-EA04-4E7C-8FC9-81F2EDB61C94}"/>
    <dgm:cxn modelId="{00897A35-32FF-4818-B6FA-590EE4464638}" type="presOf" srcId="{6A40BC5F-D049-4271-8AC9-8B79FB3AB449}" destId="{2259BB7B-26B7-415C-A3C3-15FEEF35CA8E}" srcOrd="0" destOrd="0" presId="urn:microsoft.com/office/officeart/2005/8/layout/default#1"/>
    <dgm:cxn modelId="{9B29AFA8-F610-412D-AE98-07AC115E9AF7}" type="presOf" srcId="{FEB3E71A-275B-4683-9A09-A26B92BB3A5B}" destId="{E2872EC0-CD6E-475B-9C48-F806A750951B}" srcOrd="0" destOrd="0" presId="urn:microsoft.com/office/officeart/2005/8/layout/default#1"/>
    <dgm:cxn modelId="{E8165A32-7ADA-430D-AB89-F81E0E476037}" type="presOf" srcId="{6688B333-1D17-4E49-91F6-147C4E6154C0}" destId="{E239CAFB-A75B-4712-808E-7345DA134E11}" srcOrd="0" destOrd="0" presId="urn:microsoft.com/office/officeart/2005/8/layout/default#1"/>
    <dgm:cxn modelId="{B4BB2119-F92C-4900-A63A-B8BF5F7A93B2}" srcId="{FEB3E71A-275B-4683-9A09-A26B92BB3A5B}" destId="{6A40BC5F-D049-4271-8AC9-8B79FB3AB449}" srcOrd="9" destOrd="0" parTransId="{276055F1-55F2-4BFD-9BFF-93DB60EDD560}" sibTransId="{5A661916-0BC3-46FD-956A-28D60EC1FC2D}"/>
    <dgm:cxn modelId="{6FAD03CC-BC67-46F4-ADE0-A7CDC007FA93}" type="presOf" srcId="{C37B3928-128E-4508-A9BF-4EA41704612C}" destId="{F5446249-11C0-49FE-BC97-BC4163FE95BD}" srcOrd="0" destOrd="0" presId="urn:microsoft.com/office/officeart/2005/8/layout/default#1"/>
    <dgm:cxn modelId="{C2080076-E376-4A60-A7F7-3320ABBB9E33}" srcId="{FEB3E71A-275B-4683-9A09-A26B92BB3A5B}" destId="{16D9B092-65DA-496E-B704-C9CD36F26A0A}" srcOrd="0" destOrd="0" parTransId="{45C50EFF-74DE-4217-9CD9-2E70AE2EBDCF}" sibTransId="{1DA86BF7-43D9-43C9-92C6-53D8B82DE72C}"/>
    <dgm:cxn modelId="{FDB6358D-6EDC-433F-9FEA-B921BB02A633}" type="presOf" srcId="{578837CF-CED8-4B15-A9C6-F36E771550F3}" destId="{751FBF95-CE8F-48BA-AE36-3B1293324405}" srcOrd="0" destOrd="0" presId="urn:microsoft.com/office/officeart/2005/8/layout/default#1"/>
    <dgm:cxn modelId="{1C6E2640-8B2F-4643-889B-B863A656AD72}" srcId="{FEB3E71A-275B-4683-9A09-A26B92BB3A5B}" destId="{6688B333-1D17-4E49-91F6-147C4E6154C0}" srcOrd="10" destOrd="0" parTransId="{11A741B5-1005-4111-B8CA-6350D7B6A9A4}" sibTransId="{10CFB85C-ADED-4D23-9461-9FC7D6C57977}"/>
    <dgm:cxn modelId="{A49F721C-7AAB-4481-BFFB-705F86ED2BD3}" srcId="{FEB3E71A-275B-4683-9A09-A26B92BB3A5B}" destId="{9DCAA70A-7E60-42CF-9596-EA3C4AED2420}" srcOrd="1" destOrd="0" parTransId="{64FC0887-E78E-4388-8905-4764855482A9}" sibTransId="{AA609BE8-59B6-4350-B937-DBCC8729F6AB}"/>
    <dgm:cxn modelId="{682D62CA-8A5F-48EE-B998-C9C6CE1E999F}" type="presOf" srcId="{C9AF5861-6A6C-4BAF-A4FC-89563C69AE30}" destId="{0F3DCDE1-BAED-40AD-956D-67CC6E2631F5}" srcOrd="0" destOrd="0" presId="urn:microsoft.com/office/officeart/2005/8/layout/default#1"/>
    <dgm:cxn modelId="{F22F5B1C-5F9D-47E5-B6AB-6A35769330CD}" srcId="{FEB3E71A-275B-4683-9A09-A26B92BB3A5B}" destId="{C9AF5861-6A6C-4BAF-A4FC-89563C69AE30}" srcOrd="4" destOrd="0" parTransId="{F40BD772-2A92-49BA-9082-846B97E33AFC}" sibTransId="{92977189-B72F-4502-92DF-91BB368EAFAC}"/>
    <dgm:cxn modelId="{C2B16F31-2340-4554-BD8E-CE8A7BBD0CC0}" type="presOf" srcId="{1FCAE405-FA5E-4343-A65C-F72F81A233ED}" destId="{A95CC003-4E67-4144-B4F4-B7B6AC45AF0D}" srcOrd="0" destOrd="0" presId="urn:microsoft.com/office/officeart/2005/8/layout/default#1"/>
    <dgm:cxn modelId="{EA2C6FE4-38F2-4B0B-9E6C-490AF14C4045}" srcId="{FEB3E71A-275B-4683-9A09-A26B92BB3A5B}" destId="{578837CF-CED8-4B15-A9C6-F36E771550F3}" srcOrd="3" destOrd="0" parTransId="{90CE5F2E-126D-4052-AA6A-862218041CDA}" sibTransId="{E74E7A29-4503-4D05-B5B6-D569C4428E92}"/>
    <dgm:cxn modelId="{1EA3E844-E6CC-48C5-94D6-4F6EB4A42B67}" type="presOf" srcId="{19EC3D30-A386-4200-80C7-242906351F4D}" destId="{A2EADFB9-0BC2-43A3-B474-1BA046F4667D}" srcOrd="0" destOrd="0" presId="urn:microsoft.com/office/officeart/2005/8/layout/default#1"/>
    <dgm:cxn modelId="{C56F4BE4-A31A-4352-BDA6-CE6E9659AEAA}" srcId="{FEB3E71A-275B-4683-9A09-A26B92BB3A5B}" destId="{19EC3D30-A386-4200-80C7-242906351F4D}" srcOrd="7" destOrd="0" parTransId="{D2B1165F-DCDA-48B3-81EC-B54ADE66AEB6}" sibTransId="{877F391E-4C81-4AB8-BA66-B97E44400AAF}"/>
    <dgm:cxn modelId="{B7F272A8-2868-4A55-B71D-06EC18AF9D85}" type="presOf" srcId="{5467DC0F-B966-4D01-9D0F-AEAF9EAEE820}" destId="{718442B2-961E-4DCA-B19E-A6E0D84F84E6}" srcOrd="0" destOrd="0" presId="urn:microsoft.com/office/officeart/2005/8/layout/default#1"/>
    <dgm:cxn modelId="{3541A354-3DC2-4C54-9471-C4182CC2B1E3}" srcId="{FEB3E71A-275B-4683-9A09-A26B92BB3A5B}" destId="{1FCAE405-FA5E-4343-A65C-F72F81A233ED}" srcOrd="5" destOrd="0" parTransId="{8FB52873-BA38-4D24-B87C-F5C5BAFBB066}" sibTransId="{74B036FD-0590-45A9-82F8-CC9DB0BDAF00}"/>
    <dgm:cxn modelId="{34B5EDD3-F588-470B-B748-C4A2BE0C7538}" type="presOf" srcId="{9DCAA70A-7E60-42CF-9596-EA3C4AED2420}" destId="{3F6EB677-FF79-4D97-81F1-9898C35DA355}" srcOrd="0" destOrd="0" presId="urn:microsoft.com/office/officeart/2005/8/layout/default#1"/>
    <dgm:cxn modelId="{B74CFE3C-00E7-498F-9983-9EEBD3CB1E78}" type="presOf" srcId="{16D9B092-65DA-496E-B704-C9CD36F26A0A}" destId="{E7FBFBD5-6DD1-4902-9E96-FD0F3AA794E6}" srcOrd="0" destOrd="0" presId="urn:microsoft.com/office/officeart/2005/8/layout/default#1"/>
    <dgm:cxn modelId="{6BF5C0C8-5240-4BF3-8159-12A5C3B9406D}" type="presOf" srcId="{1258396E-8AC8-4FCA-B393-0CE4E253D5E2}" destId="{C732FBEA-C056-495C-9F30-B55692A90852}" srcOrd="0" destOrd="0" presId="urn:microsoft.com/office/officeart/2005/8/layout/default#1"/>
    <dgm:cxn modelId="{E7AC5664-8674-4C9E-B3A0-465D9919A8E4}" srcId="{FEB3E71A-275B-4683-9A09-A26B92BB3A5B}" destId="{5467DC0F-B966-4D01-9D0F-AEAF9EAEE820}" srcOrd="8" destOrd="0" parTransId="{DBCA06A9-1A84-4305-8326-5CAEDF3E8751}" sibTransId="{E154613F-A8F7-414C-88CA-4C2A441978C3}"/>
    <dgm:cxn modelId="{C07B3DD3-7729-42CD-B1DA-14B9B55AF476}" type="presParOf" srcId="{E2872EC0-CD6E-475B-9C48-F806A750951B}" destId="{E7FBFBD5-6DD1-4902-9E96-FD0F3AA794E6}" srcOrd="0" destOrd="0" presId="urn:microsoft.com/office/officeart/2005/8/layout/default#1"/>
    <dgm:cxn modelId="{61C32CF1-A3C3-4BE2-9DC5-536ACCEF8401}" type="presParOf" srcId="{E2872EC0-CD6E-475B-9C48-F806A750951B}" destId="{45353B22-4443-4C0A-AD3C-7819AEB24B2F}" srcOrd="1" destOrd="0" presId="urn:microsoft.com/office/officeart/2005/8/layout/default#1"/>
    <dgm:cxn modelId="{8A9A5642-A78B-4375-906E-953D18F3AD52}" type="presParOf" srcId="{E2872EC0-CD6E-475B-9C48-F806A750951B}" destId="{3F6EB677-FF79-4D97-81F1-9898C35DA355}" srcOrd="2" destOrd="0" presId="urn:microsoft.com/office/officeart/2005/8/layout/default#1"/>
    <dgm:cxn modelId="{2BC8CDE9-B9AC-4970-97DA-461079910CE3}" type="presParOf" srcId="{E2872EC0-CD6E-475B-9C48-F806A750951B}" destId="{9FEB2C0A-CF89-436E-B9BE-A27151EFE46B}" srcOrd="3" destOrd="0" presId="urn:microsoft.com/office/officeart/2005/8/layout/default#1"/>
    <dgm:cxn modelId="{1D246CE9-E4CC-4F7B-8A0B-2A2F8FA81B13}" type="presParOf" srcId="{E2872EC0-CD6E-475B-9C48-F806A750951B}" destId="{C732FBEA-C056-495C-9F30-B55692A90852}" srcOrd="4" destOrd="0" presId="urn:microsoft.com/office/officeart/2005/8/layout/default#1"/>
    <dgm:cxn modelId="{C0BDEB25-AA88-40FA-BCE9-51802D8AF0E4}" type="presParOf" srcId="{E2872EC0-CD6E-475B-9C48-F806A750951B}" destId="{C3CEE08E-EE98-4EC2-A621-3986AA0E925D}" srcOrd="5" destOrd="0" presId="urn:microsoft.com/office/officeart/2005/8/layout/default#1"/>
    <dgm:cxn modelId="{9830B84F-01DE-40CE-97B9-E286D5AA611D}" type="presParOf" srcId="{E2872EC0-CD6E-475B-9C48-F806A750951B}" destId="{751FBF95-CE8F-48BA-AE36-3B1293324405}" srcOrd="6" destOrd="0" presId="urn:microsoft.com/office/officeart/2005/8/layout/default#1"/>
    <dgm:cxn modelId="{DE418933-F3CE-4195-9AE3-A33D252C11FD}" type="presParOf" srcId="{E2872EC0-CD6E-475B-9C48-F806A750951B}" destId="{CA86D2FB-3C61-4538-8523-AB422739351F}" srcOrd="7" destOrd="0" presId="urn:microsoft.com/office/officeart/2005/8/layout/default#1"/>
    <dgm:cxn modelId="{25EE30A4-93CD-4B34-AD82-0B26F93B0BB9}" type="presParOf" srcId="{E2872EC0-CD6E-475B-9C48-F806A750951B}" destId="{0F3DCDE1-BAED-40AD-956D-67CC6E2631F5}" srcOrd="8" destOrd="0" presId="urn:microsoft.com/office/officeart/2005/8/layout/default#1"/>
    <dgm:cxn modelId="{19454A9D-B1DA-4077-9964-05B9C9A7576A}" type="presParOf" srcId="{E2872EC0-CD6E-475B-9C48-F806A750951B}" destId="{991095EC-753F-4169-82C7-BB4137A77AC0}" srcOrd="9" destOrd="0" presId="urn:microsoft.com/office/officeart/2005/8/layout/default#1"/>
    <dgm:cxn modelId="{C4A74A61-777A-404F-9358-86EBFFAC39FA}" type="presParOf" srcId="{E2872EC0-CD6E-475B-9C48-F806A750951B}" destId="{A95CC003-4E67-4144-B4F4-B7B6AC45AF0D}" srcOrd="10" destOrd="0" presId="urn:microsoft.com/office/officeart/2005/8/layout/default#1"/>
    <dgm:cxn modelId="{3C35EFE3-1AE3-45E1-8B0F-24D5A97B3D32}" type="presParOf" srcId="{E2872EC0-CD6E-475B-9C48-F806A750951B}" destId="{28156A66-6B79-4ABF-AD32-20A03B080200}" srcOrd="11" destOrd="0" presId="urn:microsoft.com/office/officeart/2005/8/layout/default#1"/>
    <dgm:cxn modelId="{EB146DEB-0CF8-4656-8F5A-266E17DB9BD3}" type="presParOf" srcId="{E2872EC0-CD6E-475B-9C48-F806A750951B}" destId="{F5446249-11C0-49FE-BC97-BC4163FE95BD}" srcOrd="12" destOrd="0" presId="urn:microsoft.com/office/officeart/2005/8/layout/default#1"/>
    <dgm:cxn modelId="{876E3E41-76E1-4D91-9A98-A1BB0D5D7428}" type="presParOf" srcId="{E2872EC0-CD6E-475B-9C48-F806A750951B}" destId="{6E1EB911-0508-4372-A02E-633E85CCE99D}" srcOrd="13" destOrd="0" presId="urn:microsoft.com/office/officeart/2005/8/layout/default#1"/>
    <dgm:cxn modelId="{E007780E-BF16-46C9-A3EE-576AE97BDCF1}" type="presParOf" srcId="{E2872EC0-CD6E-475B-9C48-F806A750951B}" destId="{A2EADFB9-0BC2-43A3-B474-1BA046F4667D}" srcOrd="14" destOrd="0" presId="urn:microsoft.com/office/officeart/2005/8/layout/default#1"/>
    <dgm:cxn modelId="{196BB31F-A955-48D4-BB80-C9903197999A}" type="presParOf" srcId="{E2872EC0-CD6E-475B-9C48-F806A750951B}" destId="{05182D1D-6232-4D0B-8329-CABF36E8496C}" srcOrd="15" destOrd="0" presId="urn:microsoft.com/office/officeart/2005/8/layout/default#1"/>
    <dgm:cxn modelId="{95581E4D-5E12-4640-B4D2-A11409C573E6}" type="presParOf" srcId="{E2872EC0-CD6E-475B-9C48-F806A750951B}" destId="{718442B2-961E-4DCA-B19E-A6E0D84F84E6}" srcOrd="16" destOrd="0" presId="urn:microsoft.com/office/officeart/2005/8/layout/default#1"/>
    <dgm:cxn modelId="{3415F6A3-D537-4BBA-B92D-0EBBD7BE74F5}" type="presParOf" srcId="{E2872EC0-CD6E-475B-9C48-F806A750951B}" destId="{85E3C982-8CDC-4705-8322-D6CAA53C7C85}" srcOrd="17" destOrd="0" presId="urn:microsoft.com/office/officeart/2005/8/layout/default#1"/>
    <dgm:cxn modelId="{BD379EA7-055A-4CEE-9FC6-FE2C3A792DB9}" type="presParOf" srcId="{E2872EC0-CD6E-475B-9C48-F806A750951B}" destId="{2259BB7B-26B7-415C-A3C3-15FEEF35CA8E}" srcOrd="18" destOrd="0" presId="urn:microsoft.com/office/officeart/2005/8/layout/default#1"/>
    <dgm:cxn modelId="{C18F8334-AD77-478B-833A-0D9A7060050D}" type="presParOf" srcId="{E2872EC0-CD6E-475B-9C48-F806A750951B}" destId="{6109E98E-0540-48A0-A4D0-1864E6B9850A}" srcOrd="19" destOrd="0" presId="urn:microsoft.com/office/officeart/2005/8/layout/default#1"/>
    <dgm:cxn modelId="{5C205B4B-7CF1-47D8-9C06-E6162498ECB9}" type="presParOf" srcId="{E2872EC0-CD6E-475B-9C48-F806A750951B}" destId="{E239CAFB-A75B-4712-808E-7345DA134E11}" srcOrd="20" destOrd="0" presId="urn:microsoft.com/office/officeart/2005/8/layout/default#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1EB256-389C-4873-8E5D-E47C3C523DF2}" type="doc">
      <dgm:prSet loTypeId="urn:microsoft.com/office/officeart/2005/8/layout/matrix3" loCatId="matrix" qsTypeId="urn:microsoft.com/office/officeart/2005/8/quickstyle/simple4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984F080F-75CD-4E26-B383-F149D2250946}">
      <dgm:prSet/>
      <dgm:spPr/>
      <dgm:t>
        <a:bodyPr/>
        <a:lstStyle/>
        <a:p>
          <a:r>
            <a:rPr lang="en-GB"/>
            <a:t>Overview of DeepMind’s evolution</a:t>
          </a:r>
          <a:endParaRPr lang="en-US"/>
        </a:p>
      </dgm:t>
    </dgm:pt>
    <dgm:pt modelId="{FA015763-C1A7-4B60-8B5C-BB8359D93E95}" type="parTrans" cxnId="{ACB26B03-979C-42C8-A106-8A5A83205B5B}">
      <dgm:prSet/>
      <dgm:spPr/>
      <dgm:t>
        <a:bodyPr/>
        <a:lstStyle/>
        <a:p>
          <a:endParaRPr lang="en-US"/>
        </a:p>
      </dgm:t>
    </dgm:pt>
    <dgm:pt modelId="{673B718D-5211-4475-8614-3BF2E270F0E1}" type="sibTrans" cxnId="{ACB26B03-979C-42C8-A106-8A5A83205B5B}">
      <dgm:prSet/>
      <dgm:spPr/>
      <dgm:t>
        <a:bodyPr/>
        <a:lstStyle/>
        <a:p>
          <a:endParaRPr lang="en-US"/>
        </a:p>
      </dgm:t>
    </dgm:pt>
    <dgm:pt modelId="{01E7F76E-D85D-41C7-B760-7E45D7E63C84}">
      <dgm:prSet/>
      <dgm:spPr/>
      <dgm:t>
        <a:bodyPr/>
        <a:lstStyle/>
        <a:p>
          <a:r>
            <a:rPr lang="en-GB"/>
            <a:t>Key breakthroughs in AI (AlphaGo, AlphaFold, robotics, RL, Generative AI)</a:t>
          </a:r>
          <a:endParaRPr lang="en-US"/>
        </a:p>
      </dgm:t>
    </dgm:pt>
    <dgm:pt modelId="{9B9400C9-B1AC-44C8-A1F5-F0AE1505C71B}" type="parTrans" cxnId="{A5D327A9-1048-48D1-8411-281B2BDBEA08}">
      <dgm:prSet/>
      <dgm:spPr/>
      <dgm:t>
        <a:bodyPr/>
        <a:lstStyle/>
        <a:p>
          <a:endParaRPr lang="en-US"/>
        </a:p>
      </dgm:t>
    </dgm:pt>
    <dgm:pt modelId="{7EE4876F-750A-438C-A9D5-F49C764B114F}" type="sibTrans" cxnId="{A5D327A9-1048-48D1-8411-281B2BDBEA08}">
      <dgm:prSet/>
      <dgm:spPr/>
      <dgm:t>
        <a:bodyPr/>
        <a:lstStyle/>
        <a:p>
          <a:endParaRPr lang="en-US"/>
        </a:p>
      </dgm:t>
    </dgm:pt>
    <dgm:pt modelId="{8A105A88-3545-46CC-BE39-4C4F29E7C442}">
      <dgm:prSet/>
      <dgm:spPr/>
      <dgm:t>
        <a:bodyPr/>
        <a:lstStyle/>
        <a:p>
          <a:r>
            <a:rPr lang="en-GB"/>
            <a:t>DeepMind’s role in shaping modern AI research</a:t>
          </a:r>
          <a:endParaRPr lang="en-US"/>
        </a:p>
      </dgm:t>
    </dgm:pt>
    <dgm:pt modelId="{57E1B3A9-42A2-4A6B-A3A0-F6AAE7C8991A}" type="parTrans" cxnId="{389D98E7-CD3F-4ACF-8476-B9590FA02041}">
      <dgm:prSet/>
      <dgm:spPr/>
      <dgm:t>
        <a:bodyPr/>
        <a:lstStyle/>
        <a:p>
          <a:endParaRPr lang="en-US"/>
        </a:p>
      </dgm:t>
    </dgm:pt>
    <dgm:pt modelId="{D0AC6A7A-BE97-48EA-B6B4-276C446CD504}" type="sibTrans" cxnId="{389D98E7-CD3F-4ACF-8476-B9590FA02041}">
      <dgm:prSet/>
      <dgm:spPr/>
      <dgm:t>
        <a:bodyPr/>
        <a:lstStyle/>
        <a:p>
          <a:endParaRPr lang="en-US"/>
        </a:p>
      </dgm:t>
    </dgm:pt>
    <dgm:pt modelId="{0F97953E-28D6-4082-A6C7-DECE1F5C3B23}">
      <dgm:prSet/>
      <dgm:spPr/>
      <dgm:t>
        <a:bodyPr/>
        <a:lstStyle/>
        <a:p>
          <a:r>
            <a:rPr lang="en-GB"/>
            <a:t>How DeepMind connects to Gemini model development</a:t>
          </a:r>
          <a:endParaRPr lang="en-US"/>
        </a:p>
      </dgm:t>
    </dgm:pt>
    <dgm:pt modelId="{C825E1AD-C948-460E-9BDF-FA62E17F4939}" type="parTrans" cxnId="{5A10433C-574B-47D6-8B67-7B187502846C}">
      <dgm:prSet/>
      <dgm:spPr/>
      <dgm:t>
        <a:bodyPr/>
        <a:lstStyle/>
        <a:p>
          <a:endParaRPr lang="en-US"/>
        </a:p>
      </dgm:t>
    </dgm:pt>
    <dgm:pt modelId="{2E069099-6D7A-4243-9F88-8587A334A319}" type="sibTrans" cxnId="{5A10433C-574B-47D6-8B67-7B187502846C}">
      <dgm:prSet/>
      <dgm:spPr/>
      <dgm:t>
        <a:bodyPr/>
        <a:lstStyle/>
        <a:p>
          <a:endParaRPr lang="en-US"/>
        </a:p>
      </dgm:t>
    </dgm:pt>
    <dgm:pt modelId="{6DFA8546-A535-4E10-8629-D7104090F531}" type="pres">
      <dgm:prSet presAssocID="{A51EB256-389C-4873-8E5D-E47C3C523DF2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FC885C7-A519-446A-BC7D-66C5CB4B39AB}" type="pres">
      <dgm:prSet presAssocID="{A51EB256-389C-4873-8E5D-E47C3C523DF2}" presName="diamond" presStyleLbl="bgShp" presStyleIdx="0" presStyleCnt="1"/>
      <dgm:spPr/>
    </dgm:pt>
    <dgm:pt modelId="{DB1D20B2-5BA4-4214-BFBB-D0E6AC0FC61B}" type="pres">
      <dgm:prSet presAssocID="{A51EB256-389C-4873-8E5D-E47C3C523DF2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EEFD9B-4C84-498B-8539-5B241ADEE0FB}" type="pres">
      <dgm:prSet presAssocID="{A51EB256-389C-4873-8E5D-E47C3C523DF2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0EAA84-ED7B-4C23-A485-B03C4C3C2D36}" type="pres">
      <dgm:prSet presAssocID="{A51EB256-389C-4873-8E5D-E47C3C523DF2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245114-43F3-48F9-A4D1-223608B9A13A}" type="pres">
      <dgm:prSet presAssocID="{A51EB256-389C-4873-8E5D-E47C3C523DF2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9D98E7-CD3F-4ACF-8476-B9590FA02041}" srcId="{A51EB256-389C-4873-8E5D-E47C3C523DF2}" destId="{8A105A88-3545-46CC-BE39-4C4F29E7C442}" srcOrd="2" destOrd="0" parTransId="{57E1B3A9-42A2-4A6B-A3A0-F6AAE7C8991A}" sibTransId="{D0AC6A7A-BE97-48EA-B6B4-276C446CD504}"/>
    <dgm:cxn modelId="{5A10433C-574B-47D6-8B67-7B187502846C}" srcId="{A51EB256-389C-4873-8E5D-E47C3C523DF2}" destId="{0F97953E-28D6-4082-A6C7-DECE1F5C3B23}" srcOrd="3" destOrd="0" parTransId="{C825E1AD-C948-460E-9BDF-FA62E17F4939}" sibTransId="{2E069099-6D7A-4243-9F88-8587A334A319}"/>
    <dgm:cxn modelId="{0048B3C9-572E-48A8-98C5-86532A26B5C0}" type="presOf" srcId="{0F97953E-28D6-4082-A6C7-DECE1F5C3B23}" destId="{75245114-43F3-48F9-A4D1-223608B9A13A}" srcOrd="0" destOrd="0" presId="urn:microsoft.com/office/officeart/2005/8/layout/matrix3"/>
    <dgm:cxn modelId="{E94E32B8-4E24-4E57-B40A-C5A74F9BA8D8}" type="presOf" srcId="{01E7F76E-D85D-41C7-B760-7E45D7E63C84}" destId="{1DEEFD9B-4C84-498B-8539-5B241ADEE0FB}" srcOrd="0" destOrd="0" presId="urn:microsoft.com/office/officeart/2005/8/layout/matrix3"/>
    <dgm:cxn modelId="{1A7915CF-A4D6-491A-A1C3-FC2BB58A7D53}" type="presOf" srcId="{A51EB256-389C-4873-8E5D-E47C3C523DF2}" destId="{6DFA8546-A535-4E10-8629-D7104090F531}" srcOrd="0" destOrd="0" presId="urn:microsoft.com/office/officeart/2005/8/layout/matrix3"/>
    <dgm:cxn modelId="{ACB26B03-979C-42C8-A106-8A5A83205B5B}" srcId="{A51EB256-389C-4873-8E5D-E47C3C523DF2}" destId="{984F080F-75CD-4E26-B383-F149D2250946}" srcOrd="0" destOrd="0" parTransId="{FA015763-C1A7-4B60-8B5C-BB8359D93E95}" sibTransId="{673B718D-5211-4475-8614-3BF2E270F0E1}"/>
    <dgm:cxn modelId="{AB3B3920-08DE-4E07-B981-55D1610E8443}" type="presOf" srcId="{984F080F-75CD-4E26-B383-F149D2250946}" destId="{DB1D20B2-5BA4-4214-BFBB-D0E6AC0FC61B}" srcOrd="0" destOrd="0" presId="urn:microsoft.com/office/officeart/2005/8/layout/matrix3"/>
    <dgm:cxn modelId="{A5D327A9-1048-48D1-8411-281B2BDBEA08}" srcId="{A51EB256-389C-4873-8E5D-E47C3C523DF2}" destId="{01E7F76E-D85D-41C7-B760-7E45D7E63C84}" srcOrd="1" destOrd="0" parTransId="{9B9400C9-B1AC-44C8-A1F5-F0AE1505C71B}" sibTransId="{7EE4876F-750A-438C-A9D5-F49C764B114F}"/>
    <dgm:cxn modelId="{3696B6A3-4D19-4D9A-8B9D-B3A07BEFBA1A}" type="presOf" srcId="{8A105A88-3545-46CC-BE39-4C4F29E7C442}" destId="{2B0EAA84-ED7B-4C23-A485-B03C4C3C2D36}" srcOrd="0" destOrd="0" presId="urn:microsoft.com/office/officeart/2005/8/layout/matrix3"/>
    <dgm:cxn modelId="{C2CF3ED7-1524-4785-B689-361812FDC25B}" type="presParOf" srcId="{6DFA8546-A535-4E10-8629-D7104090F531}" destId="{9FC885C7-A519-446A-BC7D-66C5CB4B39AB}" srcOrd="0" destOrd="0" presId="urn:microsoft.com/office/officeart/2005/8/layout/matrix3"/>
    <dgm:cxn modelId="{EEA269EB-B86C-4F07-91B5-B6B4C6655723}" type="presParOf" srcId="{6DFA8546-A535-4E10-8629-D7104090F531}" destId="{DB1D20B2-5BA4-4214-BFBB-D0E6AC0FC61B}" srcOrd="1" destOrd="0" presId="urn:microsoft.com/office/officeart/2005/8/layout/matrix3"/>
    <dgm:cxn modelId="{2F6A100F-F000-47DA-9D07-4D42746C3B42}" type="presParOf" srcId="{6DFA8546-A535-4E10-8629-D7104090F531}" destId="{1DEEFD9B-4C84-498B-8539-5B241ADEE0FB}" srcOrd="2" destOrd="0" presId="urn:microsoft.com/office/officeart/2005/8/layout/matrix3"/>
    <dgm:cxn modelId="{07B56EDA-A81C-42F6-940E-7B7136B994A9}" type="presParOf" srcId="{6DFA8546-A535-4E10-8629-D7104090F531}" destId="{2B0EAA84-ED7B-4C23-A485-B03C4C3C2D36}" srcOrd="3" destOrd="0" presId="urn:microsoft.com/office/officeart/2005/8/layout/matrix3"/>
    <dgm:cxn modelId="{8BE1AA95-AA7F-4DAB-BAAC-04ACD201E709}" type="presParOf" srcId="{6DFA8546-A535-4E10-8629-D7104090F531}" destId="{75245114-43F3-48F9-A4D1-223608B9A13A}" srcOrd="4" destOrd="0" presId="urn:microsoft.com/office/officeart/2005/8/layout/matrix3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2F1CD3-B971-41B8-B828-0C47DF4B760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18CEEC6-1110-46C9-8142-9010F0B3FAC2}">
      <dgm:prSet/>
      <dgm:spPr/>
      <dgm:t>
        <a:bodyPr/>
        <a:lstStyle/>
        <a:p>
          <a:r>
            <a:rPr lang="en-GB"/>
            <a:t>What is Gemini 3?</a:t>
          </a:r>
          <a:endParaRPr lang="en-US"/>
        </a:p>
      </dgm:t>
    </dgm:pt>
    <dgm:pt modelId="{3593A56E-DBF2-436B-A0AD-3D10DEDDE8D0}" type="parTrans" cxnId="{413EB643-BC4B-4175-8FE2-2B88B801F2BB}">
      <dgm:prSet/>
      <dgm:spPr/>
      <dgm:t>
        <a:bodyPr/>
        <a:lstStyle/>
        <a:p>
          <a:endParaRPr lang="en-US"/>
        </a:p>
      </dgm:t>
    </dgm:pt>
    <dgm:pt modelId="{ADEAF770-3147-4179-BA18-2A4B23B13851}" type="sibTrans" cxnId="{413EB643-BC4B-4175-8FE2-2B88B801F2BB}">
      <dgm:prSet/>
      <dgm:spPr/>
      <dgm:t>
        <a:bodyPr/>
        <a:lstStyle/>
        <a:p>
          <a:endParaRPr lang="en-US"/>
        </a:p>
      </dgm:t>
    </dgm:pt>
    <dgm:pt modelId="{D08572A2-1740-4D80-B4CA-0D804271C8A7}">
      <dgm:prSet/>
      <dgm:spPr/>
      <dgm:t>
        <a:bodyPr/>
        <a:lstStyle/>
        <a:p>
          <a:r>
            <a:rPr lang="en-GB"/>
            <a:t>Key capabilities: multimodal reasoning, long-context (1M+ tokens), faster inference</a:t>
          </a:r>
          <a:endParaRPr lang="en-US"/>
        </a:p>
      </dgm:t>
    </dgm:pt>
    <dgm:pt modelId="{DBF8812C-AA5E-40A5-98C6-8FC81385D839}" type="parTrans" cxnId="{90B1553B-E0EA-4338-92B7-FB37F0FDBD97}">
      <dgm:prSet/>
      <dgm:spPr/>
      <dgm:t>
        <a:bodyPr/>
        <a:lstStyle/>
        <a:p>
          <a:endParaRPr lang="en-US"/>
        </a:p>
      </dgm:t>
    </dgm:pt>
    <dgm:pt modelId="{A9CE1DD8-279E-4350-9240-40F90CB41565}" type="sibTrans" cxnId="{90B1553B-E0EA-4338-92B7-FB37F0FDBD97}">
      <dgm:prSet/>
      <dgm:spPr/>
      <dgm:t>
        <a:bodyPr/>
        <a:lstStyle/>
        <a:p>
          <a:endParaRPr lang="en-US"/>
        </a:p>
      </dgm:t>
    </dgm:pt>
    <dgm:pt modelId="{8B1A6625-3400-4411-8B90-042C03B24CAE}">
      <dgm:prSet/>
      <dgm:spPr/>
      <dgm:t>
        <a:bodyPr/>
        <a:lstStyle/>
        <a:p>
          <a:r>
            <a:rPr lang="en-GB"/>
            <a:t>Improvements over earlier Gemini models</a:t>
          </a:r>
          <a:endParaRPr lang="en-US"/>
        </a:p>
      </dgm:t>
    </dgm:pt>
    <dgm:pt modelId="{660694D9-61EE-45D4-92D2-760B9C5059C2}" type="parTrans" cxnId="{D913C11D-E7AE-479B-A4C7-44F24B8314F5}">
      <dgm:prSet/>
      <dgm:spPr/>
      <dgm:t>
        <a:bodyPr/>
        <a:lstStyle/>
        <a:p>
          <a:endParaRPr lang="en-US"/>
        </a:p>
      </dgm:t>
    </dgm:pt>
    <dgm:pt modelId="{9D8A7E80-753E-4939-A86F-BAC90DB24008}" type="sibTrans" cxnId="{D913C11D-E7AE-479B-A4C7-44F24B8314F5}">
      <dgm:prSet/>
      <dgm:spPr/>
      <dgm:t>
        <a:bodyPr/>
        <a:lstStyle/>
        <a:p>
          <a:endParaRPr lang="en-US"/>
        </a:p>
      </dgm:t>
    </dgm:pt>
    <dgm:pt modelId="{D1C3ACAE-8636-442D-81DE-E605F42C8AE0}">
      <dgm:prSet/>
      <dgm:spPr/>
      <dgm:t>
        <a:bodyPr/>
        <a:lstStyle/>
        <a:p>
          <a:r>
            <a:rPr lang="en-GB"/>
            <a:t>Real-world applications (code, vision, agents, productivity)</a:t>
          </a:r>
          <a:endParaRPr lang="en-US"/>
        </a:p>
      </dgm:t>
    </dgm:pt>
    <dgm:pt modelId="{DD03C9A0-921E-4FC8-A714-248B3150A541}" type="parTrans" cxnId="{7B392D41-B32C-45C9-AF94-DC85E758E7AD}">
      <dgm:prSet/>
      <dgm:spPr/>
      <dgm:t>
        <a:bodyPr/>
        <a:lstStyle/>
        <a:p>
          <a:endParaRPr lang="en-US"/>
        </a:p>
      </dgm:t>
    </dgm:pt>
    <dgm:pt modelId="{1DA5FCB0-2C3E-4558-A81A-9A10C3A849F0}" type="sibTrans" cxnId="{7B392D41-B32C-45C9-AF94-DC85E758E7AD}">
      <dgm:prSet/>
      <dgm:spPr/>
      <dgm:t>
        <a:bodyPr/>
        <a:lstStyle/>
        <a:p>
          <a:endParaRPr lang="en-US"/>
        </a:p>
      </dgm:t>
    </dgm:pt>
    <dgm:pt modelId="{1CEDD646-E556-4D60-8DB0-FC3BECD6490B}">
      <dgm:prSet/>
      <dgm:spPr/>
      <dgm:t>
        <a:bodyPr/>
        <a:lstStyle/>
        <a:p>
          <a:r>
            <a:rPr lang="en-GB"/>
            <a:t>Comparison with other leading LLMs</a:t>
          </a:r>
          <a:endParaRPr lang="en-US"/>
        </a:p>
      </dgm:t>
    </dgm:pt>
    <dgm:pt modelId="{7281BB2E-6A24-4967-AECE-110B1206B814}" type="parTrans" cxnId="{A8B1AEA8-3AFD-497B-B4CD-52A7D47E0738}">
      <dgm:prSet/>
      <dgm:spPr/>
      <dgm:t>
        <a:bodyPr/>
        <a:lstStyle/>
        <a:p>
          <a:endParaRPr lang="en-US"/>
        </a:p>
      </dgm:t>
    </dgm:pt>
    <dgm:pt modelId="{A7657A1B-D313-4FA4-B6A4-9C7673607836}" type="sibTrans" cxnId="{A8B1AEA8-3AFD-497B-B4CD-52A7D47E0738}">
      <dgm:prSet/>
      <dgm:spPr/>
      <dgm:t>
        <a:bodyPr/>
        <a:lstStyle/>
        <a:p>
          <a:endParaRPr lang="en-US"/>
        </a:p>
      </dgm:t>
    </dgm:pt>
    <dgm:pt modelId="{383DF03D-FCB3-43A7-BD88-755CA88C1782}" type="pres">
      <dgm:prSet presAssocID="{D92F1CD3-B971-41B8-B828-0C47DF4B760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C042001-D1EA-43E4-9BF3-D7B7AE0CA036}" type="pres">
      <dgm:prSet presAssocID="{018CEEC6-1110-46C9-8142-9010F0B3FAC2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8C7B40-FDEE-45F5-B8D6-6174394E8F2A}" type="pres">
      <dgm:prSet presAssocID="{ADEAF770-3147-4179-BA18-2A4B23B13851}" presName="spacer" presStyleCnt="0"/>
      <dgm:spPr/>
    </dgm:pt>
    <dgm:pt modelId="{EAAD725E-AE0B-4715-8641-7BD34E4308DC}" type="pres">
      <dgm:prSet presAssocID="{D08572A2-1740-4D80-B4CA-0D804271C8A7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37B965-BB17-4DEF-AB69-9240CD951D67}" type="pres">
      <dgm:prSet presAssocID="{A9CE1DD8-279E-4350-9240-40F90CB41565}" presName="spacer" presStyleCnt="0"/>
      <dgm:spPr/>
    </dgm:pt>
    <dgm:pt modelId="{312B2870-13A6-4992-BC06-A7F6B2382364}" type="pres">
      <dgm:prSet presAssocID="{8B1A6625-3400-4411-8B90-042C03B24CAE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2A16DD-F198-409F-8CD1-33BE237A8281}" type="pres">
      <dgm:prSet presAssocID="{9D8A7E80-753E-4939-A86F-BAC90DB24008}" presName="spacer" presStyleCnt="0"/>
      <dgm:spPr/>
    </dgm:pt>
    <dgm:pt modelId="{64A1A7D4-246C-47FD-8E49-8D0DF58F2C70}" type="pres">
      <dgm:prSet presAssocID="{D1C3ACAE-8636-442D-81DE-E605F42C8AE0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97BBB7-60F4-4F5E-AC07-323865E11EC2}" type="pres">
      <dgm:prSet presAssocID="{1DA5FCB0-2C3E-4558-A81A-9A10C3A849F0}" presName="spacer" presStyleCnt="0"/>
      <dgm:spPr/>
    </dgm:pt>
    <dgm:pt modelId="{750ED4C5-CA77-46AB-99EC-599F4F5C4F84}" type="pres">
      <dgm:prSet presAssocID="{1CEDD646-E556-4D60-8DB0-FC3BECD6490B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13EB643-BC4B-4175-8FE2-2B88B801F2BB}" srcId="{D92F1CD3-B971-41B8-B828-0C47DF4B760A}" destId="{018CEEC6-1110-46C9-8142-9010F0B3FAC2}" srcOrd="0" destOrd="0" parTransId="{3593A56E-DBF2-436B-A0AD-3D10DEDDE8D0}" sibTransId="{ADEAF770-3147-4179-BA18-2A4B23B13851}"/>
    <dgm:cxn modelId="{DC49E7C2-DFC1-46FB-AFDF-179216084DB9}" type="presOf" srcId="{D1C3ACAE-8636-442D-81DE-E605F42C8AE0}" destId="{64A1A7D4-246C-47FD-8E49-8D0DF58F2C70}" srcOrd="0" destOrd="0" presId="urn:microsoft.com/office/officeart/2005/8/layout/vList2"/>
    <dgm:cxn modelId="{7B392D41-B32C-45C9-AF94-DC85E758E7AD}" srcId="{D92F1CD3-B971-41B8-B828-0C47DF4B760A}" destId="{D1C3ACAE-8636-442D-81DE-E605F42C8AE0}" srcOrd="3" destOrd="0" parTransId="{DD03C9A0-921E-4FC8-A714-248B3150A541}" sibTransId="{1DA5FCB0-2C3E-4558-A81A-9A10C3A849F0}"/>
    <dgm:cxn modelId="{A45CC44C-7ADF-406C-92C2-E5E50D20F06C}" type="presOf" srcId="{8B1A6625-3400-4411-8B90-042C03B24CAE}" destId="{312B2870-13A6-4992-BC06-A7F6B2382364}" srcOrd="0" destOrd="0" presId="urn:microsoft.com/office/officeart/2005/8/layout/vList2"/>
    <dgm:cxn modelId="{A8B1AEA8-3AFD-497B-B4CD-52A7D47E0738}" srcId="{D92F1CD3-B971-41B8-B828-0C47DF4B760A}" destId="{1CEDD646-E556-4D60-8DB0-FC3BECD6490B}" srcOrd="4" destOrd="0" parTransId="{7281BB2E-6A24-4967-AECE-110B1206B814}" sibTransId="{A7657A1B-D313-4FA4-B6A4-9C7673607836}"/>
    <dgm:cxn modelId="{D913C11D-E7AE-479B-A4C7-44F24B8314F5}" srcId="{D92F1CD3-B971-41B8-B828-0C47DF4B760A}" destId="{8B1A6625-3400-4411-8B90-042C03B24CAE}" srcOrd="2" destOrd="0" parTransId="{660694D9-61EE-45D4-92D2-760B9C5059C2}" sibTransId="{9D8A7E80-753E-4939-A86F-BAC90DB24008}"/>
    <dgm:cxn modelId="{42E50BE8-5699-4E17-837B-77BF7C7F71F1}" type="presOf" srcId="{1CEDD646-E556-4D60-8DB0-FC3BECD6490B}" destId="{750ED4C5-CA77-46AB-99EC-599F4F5C4F84}" srcOrd="0" destOrd="0" presId="urn:microsoft.com/office/officeart/2005/8/layout/vList2"/>
    <dgm:cxn modelId="{39BB77FD-E44D-4EE2-A1D6-3B90A451A81A}" type="presOf" srcId="{D08572A2-1740-4D80-B4CA-0D804271C8A7}" destId="{EAAD725E-AE0B-4715-8641-7BD34E4308DC}" srcOrd="0" destOrd="0" presId="urn:microsoft.com/office/officeart/2005/8/layout/vList2"/>
    <dgm:cxn modelId="{0222C19E-9475-4CC7-9892-007BEA6C3BD3}" type="presOf" srcId="{D92F1CD3-B971-41B8-B828-0C47DF4B760A}" destId="{383DF03D-FCB3-43A7-BD88-755CA88C1782}" srcOrd="0" destOrd="0" presId="urn:microsoft.com/office/officeart/2005/8/layout/vList2"/>
    <dgm:cxn modelId="{C5A555FA-3F22-41AC-AC95-E2E64651D0E4}" type="presOf" srcId="{018CEEC6-1110-46C9-8142-9010F0B3FAC2}" destId="{AC042001-D1EA-43E4-9BF3-D7B7AE0CA036}" srcOrd="0" destOrd="0" presId="urn:microsoft.com/office/officeart/2005/8/layout/vList2"/>
    <dgm:cxn modelId="{90B1553B-E0EA-4338-92B7-FB37F0FDBD97}" srcId="{D92F1CD3-B971-41B8-B828-0C47DF4B760A}" destId="{D08572A2-1740-4D80-B4CA-0D804271C8A7}" srcOrd="1" destOrd="0" parTransId="{DBF8812C-AA5E-40A5-98C6-8FC81385D839}" sibTransId="{A9CE1DD8-279E-4350-9240-40F90CB41565}"/>
    <dgm:cxn modelId="{FA3A731D-477E-4DE5-99F9-A0C88651376D}" type="presParOf" srcId="{383DF03D-FCB3-43A7-BD88-755CA88C1782}" destId="{AC042001-D1EA-43E4-9BF3-D7B7AE0CA036}" srcOrd="0" destOrd="0" presId="urn:microsoft.com/office/officeart/2005/8/layout/vList2"/>
    <dgm:cxn modelId="{26F9A4D6-A5FC-4CDB-98F7-B736189FBDF2}" type="presParOf" srcId="{383DF03D-FCB3-43A7-BD88-755CA88C1782}" destId="{208C7B40-FDEE-45F5-B8D6-6174394E8F2A}" srcOrd="1" destOrd="0" presId="urn:microsoft.com/office/officeart/2005/8/layout/vList2"/>
    <dgm:cxn modelId="{C551E028-4AA1-4DFF-A7C8-E2DD5B5D4CC3}" type="presParOf" srcId="{383DF03D-FCB3-43A7-BD88-755CA88C1782}" destId="{EAAD725E-AE0B-4715-8641-7BD34E4308DC}" srcOrd="2" destOrd="0" presId="urn:microsoft.com/office/officeart/2005/8/layout/vList2"/>
    <dgm:cxn modelId="{7D9E0C57-CCA1-4902-9D00-8E4FDEE20120}" type="presParOf" srcId="{383DF03D-FCB3-43A7-BD88-755CA88C1782}" destId="{F237B965-BB17-4DEF-AB69-9240CD951D67}" srcOrd="3" destOrd="0" presId="urn:microsoft.com/office/officeart/2005/8/layout/vList2"/>
    <dgm:cxn modelId="{E5FBC49B-B3D1-443C-A90E-BC41FB777D22}" type="presParOf" srcId="{383DF03D-FCB3-43A7-BD88-755CA88C1782}" destId="{312B2870-13A6-4992-BC06-A7F6B2382364}" srcOrd="4" destOrd="0" presId="urn:microsoft.com/office/officeart/2005/8/layout/vList2"/>
    <dgm:cxn modelId="{8EB27D92-CBCE-43E2-B3AA-A0F66FFF735C}" type="presParOf" srcId="{383DF03D-FCB3-43A7-BD88-755CA88C1782}" destId="{222A16DD-F198-409F-8CD1-33BE237A8281}" srcOrd="5" destOrd="0" presId="urn:microsoft.com/office/officeart/2005/8/layout/vList2"/>
    <dgm:cxn modelId="{1E305AAD-5DD4-4CB5-A2AF-5CA8490DF1AA}" type="presParOf" srcId="{383DF03D-FCB3-43A7-BD88-755CA88C1782}" destId="{64A1A7D4-246C-47FD-8E49-8D0DF58F2C70}" srcOrd="6" destOrd="0" presId="urn:microsoft.com/office/officeart/2005/8/layout/vList2"/>
    <dgm:cxn modelId="{FE6A2A0C-3FDD-42B8-ADB5-4A93C8F8AD3D}" type="presParOf" srcId="{383DF03D-FCB3-43A7-BD88-755CA88C1782}" destId="{8797BBB7-60F4-4F5E-AC07-323865E11EC2}" srcOrd="7" destOrd="0" presId="urn:microsoft.com/office/officeart/2005/8/layout/vList2"/>
    <dgm:cxn modelId="{5CBCB411-26F7-4BDD-9C28-AC74C0446277}" type="presParOf" srcId="{383DF03D-FCB3-43A7-BD88-755CA88C1782}" destId="{750ED4C5-CA77-46AB-99EC-599F4F5C4F84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415176-A2DA-4821-A709-24DA33DBA72C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6A0CA26-2DEC-40B3-803F-182E9103915C}">
      <dgm:prSet/>
      <dgm:spPr/>
      <dgm:t>
        <a:bodyPr/>
        <a:lstStyle/>
        <a:p>
          <a:r>
            <a:rPr lang="en-GB"/>
            <a:t>What is agentic AI?</a:t>
          </a:r>
          <a:endParaRPr lang="en-US"/>
        </a:p>
      </dgm:t>
    </dgm:pt>
    <dgm:pt modelId="{D2605516-E252-4622-B895-628C789D70FC}" type="parTrans" cxnId="{45137C9D-B9AA-4496-AA58-CA0355B156B1}">
      <dgm:prSet/>
      <dgm:spPr/>
      <dgm:t>
        <a:bodyPr/>
        <a:lstStyle/>
        <a:p>
          <a:endParaRPr lang="en-US"/>
        </a:p>
      </dgm:t>
    </dgm:pt>
    <dgm:pt modelId="{51655C7F-1026-45D2-AF47-421EF9D198C6}" type="sibTrans" cxnId="{45137C9D-B9AA-4496-AA58-CA0355B156B1}">
      <dgm:prSet/>
      <dgm:spPr/>
      <dgm:t>
        <a:bodyPr/>
        <a:lstStyle/>
        <a:p>
          <a:endParaRPr lang="en-US"/>
        </a:p>
      </dgm:t>
    </dgm:pt>
    <dgm:pt modelId="{19338C02-00D9-4ACC-AD35-D1C20D35845D}">
      <dgm:prSet/>
      <dgm:spPr/>
      <dgm:t>
        <a:bodyPr/>
        <a:lstStyle/>
        <a:p>
          <a:r>
            <a:rPr lang="en-GB"/>
            <a:t>How agents differ from traditional LLMs</a:t>
          </a:r>
          <a:endParaRPr lang="en-US"/>
        </a:p>
      </dgm:t>
    </dgm:pt>
    <dgm:pt modelId="{29E9AC92-5225-41D4-A3F7-7167EA1A55CD}" type="parTrans" cxnId="{58AD57FA-1DCE-4F5C-995E-B575AABFC235}">
      <dgm:prSet/>
      <dgm:spPr/>
      <dgm:t>
        <a:bodyPr/>
        <a:lstStyle/>
        <a:p>
          <a:endParaRPr lang="en-US"/>
        </a:p>
      </dgm:t>
    </dgm:pt>
    <dgm:pt modelId="{13B0603E-CB33-48EC-9EE6-2DECA0FBF28A}" type="sibTrans" cxnId="{58AD57FA-1DCE-4F5C-995E-B575AABFC235}">
      <dgm:prSet/>
      <dgm:spPr/>
      <dgm:t>
        <a:bodyPr/>
        <a:lstStyle/>
        <a:p>
          <a:endParaRPr lang="en-US"/>
        </a:p>
      </dgm:t>
    </dgm:pt>
    <dgm:pt modelId="{FD0EF75A-A0AA-4666-871F-56E4A683EF34}">
      <dgm:prSet/>
      <dgm:spPr/>
      <dgm:t>
        <a:bodyPr/>
        <a:lstStyle/>
        <a:p>
          <a:r>
            <a:rPr lang="en-GB"/>
            <a:t>Agents that plan, reason, act, and self-correct</a:t>
          </a:r>
          <a:endParaRPr lang="en-US"/>
        </a:p>
      </dgm:t>
    </dgm:pt>
    <dgm:pt modelId="{32ECCD1B-9E63-4411-BD77-D18A52512574}" type="parTrans" cxnId="{D52DC299-F19F-4302-8003-E4A80BABB332}">
      <dgm:prSet/>
      <dgm:spPr/>
      <dgm:t>
        <a:bodyPr/>
        <a:lstStyle/>
        <a:p>
          <a:endParaRPr lang="en-US"/>
        </a:p>
      </dgm:t>
    </dgm:pt>
    <dgm:pt modelId="{25ABEA88-860F-434F-9B7D-9B9B81966893}" type="sibTrans" cxnId="{D52DC299-F19F-4302-8003-E4A80BABB332}">
      <dgm:prSet/>
      <dgm:spPr/>
      <dgm:t>
        <a:bodyPr/>
        <a:lstStyle/>
        <a:p>
          <a:endParaRPr lang="en-US"/>
        </a:p>
      </dgm:t>
    </dgm:pt>
    <dgm:pt modelId="{E5BF3CE4-BC48-4BD7-94E8-EDAD384E031C}">
      <dgm:prSet/>
      <dgm:spPr/>
      <dgm:t>
        <a:bodyPr/>
        <a:lstStyle/>
        <a:p>
          <a:r>
            <a:rPr lang="en-GB"/>
            <a:t>Gemini 3 + Antigravity → fully autonomous development environment</a:t>
          </a:r>
          <a:endParaRPr lang="en-US"/>
        </a:p>
      </dgm:t>
    </dgm:pt>
    <dgm:pt modelId="{2DAC1092-5D2F-443F-90E0-7167AAE932CF}" type="parTrans" cxnId="{43663D21-41C3-49C6-B2A7-9B09E25F3A2E}">
      <dgm:prSet/>
      <dgm:spPr/>
      <dgm:t>
        <a:bodyPr/>
        <a:lstStyle/>
        <a:p>
          <a:endParaRPr lang="en-US"/>
        </a:p>
      </dgm:t>
    </dgm:pt>
    <dgm:pt modelId="{B4E8F463-75B7-4953-9462-D080B5C7E829}" type="sibTrans" cxnId="{43663D21-41C3-49C6-B2A7-9B09E25F3A2E}">
      <dgm:prSet/>
      <dgm:spPr/>
      <dgm:t>
        <a:bodyPr/>
        <a:lstStyle/>
        <a:p>
          <a:endParaRPr lang="en-US"/>
        </a:p>
      </dgm:t>
    </dgm:pt>
    <dgm:pt modelId="{7A5E6409-4901-413E-B5FC-7CD55DFEC163}">
      <dgm:prSet/>
      <dgm:spPr/>
      <dgm:t>
        <a:bodyPr/>
        <a:lstStyle/>
        <a:p>
          <a:r>
            <a:rPr lang="en-GB"/>
            <a:t>Future of agentic workflows in 2025–2026</a:t>
          </a:r>
          <a:endParaRPr lang="en-US"/>
        </a:p>
      </dgm:t>
    </dgm:pt>
    <dgm:pt modelId="{9AC7310F-3A0A-4A19-AB54-4AA7D64BE624}" type="parTrans" cxnId="{00888C8C-408E-4E73-9AD8-8DFBB75CA508}">
      <dgm:prSet/>
      <dgm:spPr/>
      <dgm:t>
        <a:bodyPr/>
        <a:lstStyle/>
        <a:p>
          <a:endParaRPr lang="en-US"/>
        </a:p>
      </dgm:t>
    </dgm:pt>
    <dgm:pt modelId="{76884740-DC73-4B54-A2CD-951D8151EE85}" type="sibTrans" cxnId="{00888C8C-408E-4E73-9AD8-8DFBB75CA508}">
      <dgm:prSet/>
      <dgm:spPr/>
      <dgm:t>
        <a:bodyPr/>
        <a:lstStyle/>
        <a:p>
          <a:endParaRPr lang="en-US"/>
        </a:p>
      </dgm:t>
    </dgm:pt>
    <dgm:pt modelId="{1420A867-E23A-40C4-9B68-C8F3F7C012B8}" type="pres">
      <dgm:prSet presAssocID="{9B415176-A2DA-4821-A709-24DA33DBA72C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C9AC2898-5A68-4C23-BE93-DA316A631172}" type="pres">
      <dgm:prSet presAssocID="{36A0CA26-2DEC-40B3-803F-182E9103915C}" presName="thickLine" presStyleLbl="alignNode1" presStyleIdx="0" presStyleCnt="5"/>
      <dgm:spPr/>
    </dgm:pt>
    <dgm:pt modelId="{6D6166F2-932E-4153-B2CA-F5F9B6218B67}" type="pres">
      <dgm:prSet presAssocID="{36A0CA26-2DEC-40B3-803F-182E9103915C}" presName="horz1" presStyleCnt="0"/>
      <dgm:spPr/>
    </dgm:pt>
    <dgm:pt modelId="{17D5DCDA-6C3A-414C-B5BA-EA7AB7310CD1}" type="pres">
      <dgm:prSet presAssocID="{36A0CA26-2DEC-40B3-803F-182E9103915C}" presName="tx1" presStyleLbl="revTx" presStyleIdx="0" presStyleCnt="5"/>
      <dgm:spPr/>
      <dgm:t>
        <a:bodyPr/>
        <a:lstStyle/>
        <a:p>
          <a:endParaRPr lang="en-US"/>
        </a:p>
      </dgm:t>
    </dgm:pt>
    <dgm:pt modelId="{BD467380-3DF4-4394-9424-71E9DDB00062}" type="pres">
      <dgm:prSet presAssocID="{36A0CA26-2DEC-40B3-803F-182E9103915C}" presName="vert1" presStyleCnt="0"/>
      <dgm:spPr/>
    </dgm:pt>
    <dgm:pt modelId="{63236892-B82C-4EE1-AD0B-89C59F9006EE}" type="pres">
      <dgm:prSet presAssocID="{19338C02-00D9-4ACC-AD35-D1C20D35845D}" presName="thickLine" presStyleLbl="alignNode1" presStyleIdx="1" presStyleCnt="5"/>
      <dgm:spPr/>
    </dgm:pt>
    <dgm:pt modelId="{ED612B37-A521-47E9-ACFC-AEDC522CF5F7}" type="pres">
      <dgm:prSet presAssocID="{19338C02-00D9-4ACC-AD35-D1C20D35845D}" presName="horz1" presStyleCnt="0"/>
      <dgm:spPr/>
    </dgm:pt>
    <dgm:pt modelId="{0A2C11EB-7286-468D-A938-8ABDEAA40FE5}" type="pres">
      <dgm:prSet presAssocID="{19338C02-00D9-4ACC-AD35-D1C20D35845D}" presName="tx1" presStyleLbl="revTx" presStyleIdx="1" presStyleCnt="5"/>
      <dgm:spPr/>
      <dgm:t>
        <a:bodyPr/>
        <a:lstStyle/>
        <a:p>
          <a:endParaRPr lang="en-US"/>
        </a:p>
      </dgm:t>
    </dgm:pt>
    <dgm:pt modelId="{C21D4960-DA59-414D-85A0-1BAEDDCF0736}" type="pres">
      <dgm:prSet presAssocID="{19338C02-00D9-4ACC-AD35-D1C20D35845D}" presName="vert1" presStyleCnt="0"/>
      <dgm:spPr/>
    </dgm:pt>
    <dgm:pt modelId="{88B86A90-123B-4C35-9961-E2D357738292}" type="pres">
      <dgm:prSet presAssocID="{FD0EF75A-A0AA-4666-871F-56E4A683EF34}" presName="thickLine" presStyleLbl="alignNode1" presStyleIdx="2" presStyleCnt="5"/>
      <dgm:spPr/>
    </dgm:pt>
    <dgm:pt modelId="{7DCDC691-E3CC-49BB-8D85-5831E713E88B}" type="pres">
      <dgm:prSet presAssocID="{FD0EF75A-A0AA-4666-871F-56E4A683EF34}" presName="horz1" presStyleCnt="0"/>
      <dgm:spPr/>
    </dgm:pt>
    <dgm:pt modelId="{1F664368-DA93-47E9-807B-5AFDD1E58200}" type="pres">
      <dgm:prSet presAssocID="{FD0EF75A-A0AA-4666-871F-56E4A683EF34}" presName="tx1" presStyleLbl="revTx" presStyleIdx="2" presStyleCnt="5"/>
      <dgm:spPr/>
      <dgm:t>
        <a:bodyPr/>
        <a:lstStyle/>
        <a:p>
          <a:endParaRPr lang="en-US"/>
        </a:p>
      </dgm:t>
    </dgm:pt>
    <dgm:pt modelId="{06D16837-2EBB-4F56-9D53-D9DF62C7DCA7}" type="pres">
      <dgm:prSet presAssocID="{FD0EF75A-A0AA-4666-871F-56E4A683EF34}" presName="vert1" presStyleCnt="0"/>
      <dgm:spPr/>
    </dgm:pt>
    <dgm:pt modelId="{4D3AA1BB-D7C9-4BE1-B059-1817C35A30F8}" type="pres">
      <dgm:prSet presAssocID="{E5BF3CE4-BC48-4BD7-94E8-EDAD384E031C}" presName="thickLine" presStyleLbl="alignNode1" presStyleIdx="3" presStyleCnt="5"/>
      <dgm:spPr/>
    </dgm:pt>
    <dgm:pt modelId="{80ADDC44-D084-4E32-BEC5-7D6D51EB91B8}" type="pres">
      <dgm:prSet presAssocID="{E5BF3CE4-BC48-4BD7-94E8-EDAD384E031C}" presName="horz1" presStyleCnt="0"/>
      <dgm:spPr/>
    </dgm:pt>
    <dgm:pt modelId="{1CEE08B7-FD22-4B34-9AF4-38F93A5A0EA8}" type="pres">
      <dgm:prSet presAssocID="{E5BF3CE4-BC48-4BD7-94E8-EDAD384E031C}" presName="tx1" presStyleLbl="revTx" presStyleIdx="3" presStyleCnt="5"/>
      <dgm:spPr/>
      <dgm:t>
        <a:bodyPr/>
        <a:lstStyle/>
        <a:p>
          <a:endParaRPr lang="en-US"/>
        </a:p>
      </dgm:t>
    </dgm:pt>
    <dgm:pt modelId="{EBE0A02D-12DC-4F0E-B9D6-F2E7E91AE94F}" type="pres">
      <dgm:prSet presAssocID="{E5BF3CE4-BC48-4BD7-94E8-EDAD384E031C}" presName="vert1" presStyleCnt="0"/>
      <dgm:spPr/>
    </dgm:pt>
    <dgm:pt modelId="{5AB12D93-3895-4271-B8DE-789953819AF1}" type="pres">
      <dgm:prSet presAssocID="{7A5E6409-4901-413E-B5FC-7CD55DFEC163}" presName="thickLine" presStyleLbl="alignNode1" presStyleIdx="4" presStyleCnt="5"/>
      <dgm:spPr/>
    </dgm:pt>
    <dgm:pt modelId="{D71D006E-3B66-410B-9F6A-7A679D5F4714}" type="pres">
      <dgm:prSet presAssocID="{7A5E6409-4901-413E-B5FC-7CD55DFEC163}" presName="horz1" presStyleCnt="0"/>
      <dgm:spPr/>
    </dgm:pt>
    <dgm:pt modelId="{8E6D9816-62BF-4958-BD3B-2D2416AC6033}" type="pres">
      <dgm:prSet presAssocID="{7A5E6409-4901-413E-B5FC-7CD55DFEC163}" presName="tx1" presStyleLbl="revTx" presStyleIdx="4" presStyleCnt="5"/>
      <dgm:spPr/>
      <dgm:t>
        <a:bodyPr/>
        <a:lstStyle/>
        <a:p>
          <a:endParaRPr lang="en-US"/>
        </a:p>
      </dgm:t>
    </dgm:pt>
    <dgm:pt modelId="{DEDDC40A-C402-4832-9819-0668F560EA8E}" type="pres">
      <dgm:prSet presAssocID="{7A5E6409-4901-413E-B5FC-7CD55DFEC163}" presName="vert1" presStyleCnt="0"/>
      <dgm:spPr/>
    </dgm:pt>
  </dgm:ptLst>
  <dgm:cxnLst>
    <dgm:cxn modelId="{3787F9BA-A667-443D-91F1-F384E9C96E08}" type="presOf" srcId="{36A0CA26-2DEC-40B3-803F-182E9103915C}" destId="{17D5DCDA-6C3A-414C-B5BA-EA7AB7310CD1}" srcOrd="0" destOrd="0" presId="urn:microsoft.com/office/officeart/2008/layout/LinedList"/>
    <dgm:cxn modelId="{6D30F70A-9185-48CB-A2E4-254674764A32}" type="presOf" srcId="{E5BF3CE4-BC48-4BD7-94E8-EDAD384E031C}" destId="{1CEE08B7-FD22-4B34-9AF4-38F93A5A0EA8}" srcOrd="0" destOrd="0" presId="urn:microsoft.com/office/officeart/2008/layout/LinedList"/>
    <dgm:cxn modelId="{00888C8C-408E-4E73-9AD8-8DFBB75CA508}" srcId="{9B415176-A2DA-4821-A709-24DA33DBA72C}" destId="{7A5E6409-4901-413E-B5FC-7CD55DFEC163}" srcOrd="4" destOrd="0" parTransId="{9AC7310F-3A0A-4A19-AB54-4AA7D64BE624}" sibTransId="{76884740-DC73-4B54-A2CD-951D8151EE85}"/>
    <dgm:cxn modelId="{45137C9D-B9AA-4496-AA58-CA0355B156B1}" srcId="{9B415176-A2DA-4821-A709-24DA33DBA72C}" destId="{36A0CA26-2DEC-40B3-803F-182E9103915C}" srcOrd="0" destOrd="0" parTransId="{D2605516-E252-4622-B895-628C789D70FC}" sibTransId="{51655C7F-1026-45D2-AF47-421EF9D198C6}"/>
    <dgm:cxn modelId="{25E00895-8B1C-47B8-B501-4D27DCF563D1}" type="presOf" srcId="{9B415176-A2DA-4821-A709-24DA33DBA72C}" destId="{1420A867-E23A-40C4-9B68-C8F3F7C012B8}" srcOrd="0" destOrd="0" presId="urn:microsoft.com/office/officeart/2008/layout/LinedList"/>
    <dgm:cxn modelId="{19286B57-FC4C-430B-A4F1-156BBDFE79ED}" type="presOf" srcId="{FD0EF75A-A0AA-4666-871F-56E4A683EF34}" destId="{1F664368-DA93-47E9-807B-5AFDD1E58200}" srcOrd="0" destOrd="0" presId="urn:microsoft.com/office/officeart/2008/layout/LinedList"/>
    <dgm:cxn modelId="{58AD57FA-1DCE-4F5C-995E-B575AABFC235}" srcId="{9B415176-A2DA-4821-A709-24DA33DBA72C}" destId="{19338C02-00D9-4ACC-AD35-D1C20D35845D}" srcOrd="1" destOrd="0" parTransId="{29E9AC92-5225-41D4-A3F7-7167EA1A55CD}" sibTransId="{13B0603E-CB33-48EC-9EE6-2DECA0FBF28A}"/>
    <dgm:cxn modelId="{43663D21-41C3-49C6-B2A7-9B09E25F3A2E}" srcId="{9B415176-A2DA-4821-A709-24DA33DBA72C}" destId="{E5BF3CE4-BC48-4BD7-94E8-EDAD384E031C}" srcOrd="3" destOrd="0" parTransId="{2DAC1092-5D2F-443F-90E0-7167AAE932CF}" sibTransId="{B4E8F463-75B7-4953-9462-D080B5C7E829}"/>
    <dgm:cxn modelId="{3D2A7438-6BB8-4720-A1ED-BBC721BFD118}" type="presOf" srcId="{19338C02-00D9-4ACC-AD35-D1C20D35845D}" destId="{0A2C11EB-7286-468D-A938-8ABDEAA40FE5}" srcOrd="0" destOrd="0" presId="urn:microsoft.com/office/officeart/2008/layout/LinedList"/>
    <dgm:cxn modelId="{D52DC299-F19F-4302-8003-E4A80BABB332}" srcId="{9B415176-A2DA-4821-A709-24DA33DBA72C}" destId="{FD0EF75A-A0AA-4666-871F-56E4A683EF34}" srcOrd="2" destOrd="0" parTransId="{32ECCD1B-9E63-4411-BD77-D18A52512574}" sibTransId="{25ABEA88-860F-434F-9B7D-9B9B81966893}"/>
    <dgm:cxn modelId="{47D1AE02-6766-4E09-AF54-B990B25374D8}" type="presOf" srcId="{7A5E6409-4901-413E-B5FC-7CD55DFEC163}" destId="{8E6D9816-62BF-4958-BD3B-2D2416AC6033}" srcOrd="0" destOrd="0" presId="urn:microsoft.com/office/officeart/2008/layout/LinedList"/>
    <dgm:cxn modelId="{62E5FA9A-D9B5-40F3-8DE0-B54424468A11}" type="presParOf" srcId="{1420A867-E23A-40C4-9B68-C8F3F7C012B8}" destId="{C9AC2898-5A68-4C23-BE93-DA316A631172}" srcOrd="0" destOrd="0" presId="urn:microsoft.com/office/officeart/2008/layout/LinedList"/>
    <dgm:cxn modelId="{816F61E0-E038-43D5-802B-E12803332785}" type="presParOf" srcId="{1420A867-E23A-40C4-9B68-C8F3F7C012B8}" destId="{6D6166F2-932E-4153-B2CA-F5F9B6218B67}" srcOrd="1" destOrd="0" presId="urn:microsoft.com/office/officeart/2008/layout/LinedList"/>
    <dgm:cxn modelId="{9FD7C7B0-191A-4646-9E37-7B9DE848D0E5}" type="presParOf" srcId="{6D6166F2-932E-4153-B2CA-F5F9B6218B67}" destId="{17D5DCDA-6C3A-414C-B5BA-EA7AB7310CD1}" srcOrd="0" destOrd="0" presId="urn:microsoft.com/office/officeart/2008/layout/LinedList"/>
    <dgm:cxn modelId="{58342B81-7C81-441D-B611-729AB01FAB5F}" type="presParOf" srcId="{6D6166F2-932E-4153-B2CA-F5F9B6218B67}" destId="{BD467380-3DF4-4394-9424-71E9DDB00062}" srcOrd="1" destOrd="0" presId="urn:microsoft.com/office/officeart/2008/layout/LinedList"/>
    <dgm:cxn modelId="{EAB30C62-51E2-4D0B-8E1B-252F6A439999}" type="presParOf" srcId="{1420A867-E23A-40C4-9B68-C8F3F7C012B8}" destId="{63236892-B82C-4EE1-AD0B-89C59F9006EE}" srcOrd="2" destOrd="0" presId="urn:microsoft.com/office/officeart/2008/layout/LinedList"/>
    <dgm:cxn modelId="{EFC1D773-CB9B-4B5A-94E1-F74B8C5C339B}" type="presParOf" srcId="{1420A867-E23A-40C4-9B68-C8F3F7C012B8}" destId="{ED612B37-A521-47E9-ACFC-AEDC522CF5F7}" srcOrd="3" destOrd="0" presId="urn:microsoft.com/office/officeart/2008/layout/LinedList"/>
    <dgm:cxn modelId="{CCFEB26A-1ECF-4719-9634-764C909E6226}" type="presParOf" srcId="{ED612B37-A521-47E9-ACFC-AEDC522CF5F7}" destId="{0A2C11EB-7286-468D-A938-8ABDEAA40FE5}" srcOrd="0" destOrd="0" presId="urn:microsoft.com/office/officeart/2008/layout/LinedList"/>
    <dgm:cxn modelId="{67D5EC07-6E39-498B-95C1-22045954039D}" type="presParOf" srcId="{ED612B37-A521-47E9-ACFC-AEDC522CF5F7}" destId="{C21D4960-DA59-414D-85A0-1BAEDDCF0736}" srcOrd="1" destOrd="0" presId="urn:microsoft.com/office/officeart/2008/layout/LinedList"/>
    <dgm:cxn modelId="{BE00F1C7-21F1-4E7E-B44D-19381BB0E3FB}" type="presParOf" srcId="{1420A867-E23A-40C4-9B68-C8F3F7C012B8}" destId="{88B86A90-123B-4C35-9961-E2D357738292}" srcOrd="4" destOrd="0" presId="urn:microsoft.com/office/officeart/2008/layout/LinedList"/>
    <dgm:cxn modelId="{87DFD5E7-8D15-4131-867B-81B5FFE3DF46}" type="presParOf" srcId="{1420A867-E23A-40C4-9B68-C8F3F7C012B8}" destId="{7DCDC691-E3CC-49BB-8D85-5831E713E88B}" srcOrd="5" destOrd="0" presId="urn:microsoft.com/office/officeart/2008/layout/LinedList"/>
    <dgm:cxn modelId="{792B12C8-BB1A-44A5-880F-5B8919B078A5}" type="presParOf" srcId="{7DCDC691-E3CC-49BB-8D85-5831E713E88B}" destId="{1F664368-DA93-47E9-807B-5AFDD1E58200}" srcOrd="0" destOrd="0" presId="urn:microsoft.com/office/officeart/2008/layout/LinedList"/>
    <dgm:cxn modelId="{DF0272EF-8295-4B26-8407-B7333D533611}" type="presParOf" srcId="{7DCDC691-E3CC-49BB-8D85-5831E713E88B}" destId="{06D16837-2EBB-4F56-9D53-D9DF62C7DCA7}" srcOrd="1" destOrd="0" presId="urn:microsoft.com/office/officeart/2008/layout/LinedList"/>
    <dgm:cxn modelId="{DC1E1946-805D-49B7-B67D-90E3EE483DDB}" type="presParOf" srcId="{1420A867-E23A-40C4-9B68-C8F3F7C012B8}" destId="{4D3AA1BB-D7C9-4BE1-B059-1817C35A30F8}" srcOrd="6" destOrd="0" presId="urn:microsoft.com/office/officeart/2008/layout/LinedList"/>
    <dgm:cxn modelId="{8632DA86-5402-4975-8109-C2F2119A38E3}" type="presParOf" srcId="{1420A867-E23A-40C4-9B68-C8F3F7C012B8}" destId="{80ADDC44-D084-4E32-BEC5-7D6D51EB91B8}" srcOrd="7" destOrd="0" presId="urn:microsoft.com/office/officeart/2008/layout/LinedList"/>
    <dgm:cxn modelId="{AAFCBC12-11E2-4B88-A7AD-28B974B5A808}" type="presParOf" srcId="{80ADDC44-D084-4E32-BEC5-7D6D51EB91B8}" destId="{1CEE08B7-FD22-4B34-9AF4-38F93A5A0EA8}" srcOrd="0" destOrd="0" presId="urn:microsoft.com/office/officeart/2008/layout/LinedList"/>
    <dgm:cxn modelId="{83BBEFB9-A2E5-4546-9A65-1738BFFD058B}" type="presParOf" srcId="{80ADDC44-D084-4E32-BEC5-7D6D51EB91B8}" destId="{EBE0A02D-12DC-4F0E-B9D6-F2E7E91AE94F}" srcOrd="1" destOrd="0" presId="urn:microsoft.com/office/officeart/2008/layout/LinedList"/>
    <dgm:cxn modelId="{8059B24D-0F24-475A-B79A-F20617B93079}" type="presParOf" srcId="{1420A867-E23A-40C4-9B68-C8F3F7C012B8}" destId="{5AB12D93-3895-4271-B8DE-789953819AF1}" srcOrd="8" destOrd="0" presId="urn:microsoft.com/office/officeart/2008/layout/LinedList"/>
    <dgm:cxn modelId="{FF307DF0-DDA2-4B62-BFA9-B8645E1C61D9}" type="presParOf" srcId="{1420A867-E23A-40C4-9B68-C8F3F7C012B8}" destId="{D71D006E-3B66-410B-9F6A-7A679D5F4714}" srcOrd="9" destOrd="0" presId="urn:microsoft.com/office/officeart/2008/layout/LinedList"/>
    <dgm:cxn modelId="{446037D3-B931-4882-820E-565FB5E904B2}" type="presParOf" srcId="{D71D006E-3B66-410B-9F6A-7A679D5F4714}" destId="{8E6D9816-62BF-4958-BD3B-2D2416AC6033}" srcOrd="0" destOrd="0" presId="urn:microsoft.com/office/officeart/2008/layout/LinedList"/>
    <dgm:cxn modelId="{D66383A6-40B9-4B0E-BDB0-5F5268F2543A}" type="presParOf" srcId="{D71D006E-3B66-410B-9F6A-7A679D5F4714}" destId="{DEDDC40A-C402-4832-9819-0668F560EA8E}" srcOrd="1" destOrd="0" presId="urn:microsoft.com/office/officeart/2008/layout/LinedList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C885C7-A519-446A-BC7D-66C5CB4B39AB}">
      <dsp:nvSpPr>
        <dsp:cNvPr id="0" name=""/>
        <dsp:cNvSpPr/>
      </dsp:nvSpPr>
      <dsp:spPr>
        <a:xfrm>
          <a:off x="661674" y="0"/>
          <a:ext cx="6635571" cy="6635571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B1D20B2-5BA4-4214-BFBB-D0E6AC0FC61B}">
      <dsp:nvSpPr>
        <dsp:cNvPr id="0" name=""/>
        <dsp:cNvSpPr/>
      </dsp:nvSpPr>
      <dsp:spPr>
        <a:xfrm>
          <a:off x="1292053" y="630379"/>
          <a:ext cx="2587872" cy="258787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Overview of DeepMind’s evolution</a:t>
          </a:r>
          <a:endParaRPr lang="en-US" sz="2500" kern="1200"/>
        </a:p>
      </dsp:txBody>
      <dsp:txXfrm>
        <a:off x="1418382" y="756708"/>
        <a:ext cx="2335214" cy="2335214"/>
      </dsp:txXfrm>
    </dsp:sp>
    <dsp:sp modelId="{1DEEFD9B-4C84-498B-8539-5B241ADEE0FB}">
      <dsp:nvSpPr>
        <dsp:cNvPr id="0" name=""/>
        <dsp:cNvSpPr/>
      </dsp:nvSpPr>
      <dsp:spPr>
        <a:xfrm>
          <a:off x="4078993" y="630379"/>
          <a:ext cx="2587872" cy="258787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Key breakthroughs in AI (AlphaGo, AlphaFold, robotics, RL, Generative AI)</a:t>
          </a:r>
          <a:endParaRPr lang="en-US" sz="2500" kern="1200"/>
        </a:p>
      </dsp:txBody>
      <dsp:txXfrm>
        <a:off x="4205322" y="756708"/>
        <a:ext cx="2335214" cy="2335214"/>
      </dsp:txXfrm>
    </dsp:sp>
    <dsp:sp modelId="{2B0EAA84-ED7B-4C23-A485-B03C4C3C2D36}">
      <dsp:nvSpPr>
        <dsp:cNvPr id="0" name=""/>
        <dsp:cNvSpPr/>
      </dsp:nvSpPr>
      <dsp:spPr>
        <a:xfrm>
          <a:off x="1292053" y="3417319"/>
          <a:ext cx="2587872" cy="2587872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DeepMind’s role in shaping modern AI research</a:t>
          </a:r>
          <a:endParaRPr lang="en-US" sz="2500" kern="1200"/>
        </a:p>
      </dsp:txBody>
      <dsp:txXfrm>
        <a:off x="1418382" y="3543648"/>
        <a:ext cx="2335214" cy="2335214"/>
      </dsp:txXfrm>
    </dsp:sp>
    <dsp:sp modelId="{75245114-43F3-48F9-A4D1-223608B9A13A}">
      <dsp:nvSpPr>
        <dsp:cNvPr id="0" name=""/>
        <dsp:cNvSpPr/>
      </dsp:nvSpPr>
      <dsp:spPr>
        <a:xfrm>
          <a:off x="4078993" y="3417319"/>
          <a:ext cx="2587872" cy="2587872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How DeepMind connects to Gemini model development</a:t>
          </a:r>
          <a:endParaRPr lang="en-US" sz="2500" kern="1200"/>
        </a:p>
      </dsp:txBody>
      <dsp:txXfrm>
        <a:off x="4205322" y="3543648"/>
        <a:ext cx="2335214" cy="23352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42001-D1EA-43E4-9BF3-D7B7AE0CA036}">
      <dsp:nvSpPr>
        <dsp:cNvPr id="0" name=""/>
        <dsp:cNvSpPr/>
      </dsp:nvSpPr>
      <dsp:spPr>
        <a:xfrm>
          <a:off x="0" y="89777"/>
          <a:ext cx="7859527" cy="1197787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What is Gemini 3?</a:t>
          </a:r>
          <a:endParaRPr lang="en-US" sz="3000" kern="1200"/>
        </a:p>
      </dsp:txBody>
      <dsp:txXfrm>
        <a:off x="58471" y="148248"/>
        <a:ext cx="7742585" cy="1080845"/>
      </dsp:txXfrm>
    </dsp:sp>
    <dsp:sp modelId="{EAAD725E-AE0B-4715-8641-7BD34E4308DC}">
      <dsp:nvSpPr>
        <dsp:cNvPr id="0" name=""/>
        <dsp:cNvSpPr/>
      </dsp:nvSpPr>
      <dsp:spPr>
        <a:xfrm>
          <a:off x="0" y="1373965"/>
          <a:ext cx="7859527" cy="1197787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Key capabilities: multimodal reasoning, long-context (1M+ tokens), faster inference</a:t>
          </a:r>
          <a:endParaRPr lang="en-US" sz="3000" kern="1200"/>
        </a:p>
      </dsp:txBody>
      <dsp:txXfrm>
        <a:off x="58471" y="1432436"/>
        <a:ext cx="7742585" cy="1080845"/>
      </dsp:txXfrm>
    </dsp:sp>
    <dsp:sp modelId="{312B2870-13A6-4992-BC06-A7F6B2382364}">
      <dsp:nvSpPr>
        <dsp:cNvPr id="0" name=""/>
        <dsp:cNvSpPr/>
      </dsp:nvSpPr>
      <dsp:spPr>
        <a:xfrm>
          <a:off x="0" y="2658152"/>
          <a:ext cx="7859527" cy="1197787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Improvements over earlier Gemini models</a:t>
          </a:r>
          <a:endParaRPr lang="en-US" sz="3000" kern="1200"/>
        </a:p>
      </dsp:txBody>
      <dsp:txXfrm>
        <a:off x="58471" y="2716623"/>
        <a:ext cx="7742585" cy="1080845"/>
      </dsp:txXfrm>
    </dsp:sp>
    <dsp:sp modelId="{64A1A7D4-246C-47FD-8E49-8D0DF58F2C70}">
      <dsp:nvSpPr>
        <dsp:cNvPr id="0" name=""/>
        <dsp:cNvSpPr/>
      </dsp:nvSpPr>
      <dsp:spPr>
        <a:xfrm>
          <a:off x="0" y="3942340"/>
          <a:ext cx="7859527" cy="1197787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Real-world applications (code, vision, agents, productivity)</a:t>
          </a:r>
          <a:endParaRPr lang="en-US" sz="3000" kern="1200"/>
        </a:p>
      </dsp:txBody>
      <dsp:txXfrm>
        <a:off x="58471" y="4000811"/>
        <a:ext cx="7742585" cy="1080845"/>
      </dsp:txXfrm>
    </dsp:sp>
    <dsp:sp modelId="{750ED4C5-CA77-46AB-99EC-599F4F5C4F84}">
      <dsp:nvSpPr>
        <dsp:cNvPr id="0" name=""/>
        <dsp:cNvSpPr/>
      </dsp:nvSpPr>
      <dsp:spPr>
        <a:xfrm>
          <a:off x="0" y="5226527"/>
          <a:ext cx="7859527" cy="1197787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Comparison with other leading LLMs</a:t>
          </a:r>
          <a:endParaRPr lang="en-US" sz="3000" kern="1200"/>
        </a:p>
      </dsp:txBody>
      <dsp:txXfrm>
        <a:off x="58471" y="5284998"/>
        <a:ext cx="7742585" cy="10808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C2898-5A68-4C23-BE93-DA316A631172}">
      <dsp:nvSpPr>
        <dsp:cNvPr id="0" name=""/>
        <dsp:cNvSpPr/>
      </dsp:nvSpPr>
      <dsp:spPr>
        <a:xfrm>
          <a:off x="0" y="618"/>
          <a:ext cx="1170829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7D5DCDA-6C3A-414C-B5BA-EA7AB7310CD1}">
      <dsp:nvSpPr>
        <dsp:cNvPr id="0" name=""/>
        <dsp:cNvSpPr/>
      </dsp:nvSpPr>
      <dsp:spPr>
        <a:xfrm>
          <a:off x="0" y="618"/>
          <a:ext cx="11708294" cy="1013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What is agentic AI?</a:t>
          </a:r>
          <a:endParaRPr lang="en-US" sz="3000" kern="1200"/>
        </a:p>
      </dsp:txBody>
      <dsp:txXfrm>
        <a:off x="0" y="618"/>
        <a:ext cx="11708294" cy="1013585"/>
      </dsp:txXfrm>
    </dsp:sp>
    <dsp:sp modelId="{63236892-B82C-4EE1-AD0B-89C59F9006EE}">
      <dsp:nvSpPr>
        <dsp:cNvPr id="0" name=""/>
        <dsp:cNvSpPr/>
      </dsp:nvSpPr>
      <dsp:spPr>
        <a:xfrm>
          <a:off x="0" y="1014203"/>
          <a:ext cx="1170829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A2C11EB-7286-468D-A938-8ABDEAA40FE5}">
      <dsp:nvSpPr>
        <dsp:cNvPr id="0" name=""/>
        <dsp:cNvSpPr/>
      </dsp:nvSpPr>
      <dsp:spPr>
        <a:xfrm>
          <a:off x="0" y="1014203"/>
          <a:ext cx="11708294" cy="1013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How agents differ from traditional LLMs</a:t>
          </a:r>
          <a:endParaRPr lang="en-US" sz="3000" kern="1200"/>
        </a:p>
      </dsp:txBody>
      <dsp:txXfrm>
        <a:off x="0" y="1014203"/>
        <a:ext cx="11708294" cy="1013585"/>
      </dsp:txXfrm>
    </dsp:sp>
    <dsp:sp modelId="{88B86A90-123B-4C35-9961-E2D357738292}">
      <dsp:nvSpPr>
        <dsp:cNvPr id="0" name=""/>
        <dsp:cNvSpPr/>
      </dsp:nvSpPr>
      <dsp:spPr>
        <a:xfrm>
          <a:off x="0" y="2027788"/>
          <a:ext cx="1170829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F664368-DA93-47E9-807B-5AFDD1E58200}">
      <dsp:nvSpPr>
        <dsp:cNvPr id="0" name=""/>
        <dsp:cNvSpPr/>
      </dsp:nvSpPr>
      <dsp:spPr>
        <a:xfrm>
          <a:off x="0" y="2027788"/>
          <a:ext cx="11708294" cy="1013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Agents that plan, reason, act, and self-correct</a:t>
          </a:r>
          <a:endParaRPr lang="en-US" sz="3000" kern="1200"/>
        </a:p>
      </dsp:txBody>
      <dsp:txXfrm>
        <a:off x="0" y="2027788"/>
        <a:ext cx="11708294" cy="1013585"/>
      </dsp:txXfrm>
    </dsp:sp>
    <dsp:sp modelId="{4D3AA1BB-D7C9-4BE1-B059-1817C35A30F8}">
      <dsp:nvSpPr>
        <dsp:cNvPr id="0" name=""/>
        <dsp:cNvSpPr/>
      </dsp:nvSpPr>
      <dsp:spPr>
        <a:xfrm>
          <a:off x="0" y="3041374"/>
          <a:ext cx="1170829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EE08B7-FD22-4B34-9AF4-38F93A5A0EA8}">
      <dsp:nvSpPr>
        <dsp:cNvPr id="0" name=""/>
        <dsp:cNvSpPr/>
      </dsp:nvSpPr>
      <dsp:spPr>
        <a:xfrm>
          <a:off x="0" y="3041374"/>
          <a:ext cx="11708294" cy="1013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Gemini 3 + Antigravity → fully autonomous development environment</a:t>
          </a:r>
          <a:endParaRPr lang="en-US" sz="3000" kern="1200"/>
        </a:p>
      </dsp:txBody>
      <dsp:txXfrm>
        <a:off x="0" y="3041374"/>
        <a:ext cx="11708294" cy="1013585"/>
      </dsp:txXfrm>
    </dsp:sp>
    <dsp:sp modelId="{5AB12D93-3895-4271-B8DE-789953819AF1}">
      <dsp:nvSpPr>
        <dsp:cNvPr id="0" name=""/>
        <dsp:cNvSpPr/>
      </dsp:nvSpPr>
      <dsp:spPr>
        <a:xfrm>
          <a:off x="0" y="4054959"/>
          <a:ext cx="1170829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6D9816-62BF-4958-BD3B-2D2416AC6033}">
      <dsp:nvSpPr>
        <dsp:cNvPr id="0" name=""/>
        <dsp:cNvSpPr/>
      </dsp:nvSpPr>
      <dsp:spPr>
        <a:xfrm>
          <a:off x="0" y="4054959"/>
          <a:ext cx="11708294" cy="1013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Future of agentic workflows in 2025–2026</a:t>
          </a:r>
          <a:endParaRPr lang="en-US" sz="3000" kern="1200"/>
        </a:p>
      </dsp:txBody>
      <dsp:txXfrm>
        <a:off x="0" y="4054959"/>
        <a:ext cx="11708294" cy="1013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pPr/>
              <a:t>22/11/2025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playlist?list=PLVlQHNRLflP-SaPff3325gkISMHEznEix" TargetMode="External"/><Relationship Id="rId3" Type="http://schemas.openxmlformats.org/officeDocument/2006/relationships/hyperlink" Target="https://www.youtube.com/watch?v=7iiwSKjKbRA&amp;t=7054s" TargetMode="External"/><Relationship Id="rId7" Type="http://schemas.openxmlformats.org/officeDocument/2006/relationships/hyperlink" Target="https://www.youtube.com/playlist?list=PLVlQHNRLflP8JthpjvJFaofUkJS1A7qa1" TargetMode="External"/><Relationship Id="rId2" Type="http://schemas.openxmlformats.org/officeDocument/2006/relationships/hyperlink" Target="http://www.youtube.com/playlist?list=PLVlQHNRLflP8Pt3wVlRWRaXZXi79cIwSq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youtube.com/playlist?list=PLVlQHNRLflP81c99eg7UhkVZxwPvhTddM" TargetMode="External"/><Relationship Id="rId5" Type="http://schemas.openxmlformats.org/officeDocument/2006/relationships/hyperlink" Target="http://www.youtube.com/playlist?list=PLVlQHNRLflP-BgYmMlM8YQpvQM2J99HE0" TargetMode="External"/><Relationship Id="rId4" Type="http://schemas.openxmlformats.org/officeDocument/2006/relationships/hyperlink" Target="https://www.youtube.com/watch?v=QSWFG7Rj9c4&amp;t=7646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s06web.zoom.us/webinar/register/WN_qn0STmrAR4uppU_FoO04gA" TargetMode="External"/><Relationship Id="rId2" Type="http://schemas.openxmlformats.org/officeDocument/2006/relationships/hyperlink" Target="https://zoom.us/j/84122495212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hyperlink" Target="https://www.youtube.com/watch?v=oKzJ5BE8vVc&amp;t=3s" TargetMode="External"/><Relationship Id="rId4" Type="http://schemas.openxmlformats.org/officeDocument/2006/relationships/hyperlink" Target="http://Dhttps:/www.youtube.com/watch?v=PBAfL60LyE8&amp;t=4337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="" xmlns:a16="http://schemas.microsoft.com/office/drawing/2014/main" id="{AB8C311F-7253-4AED-9701-7FC0708C4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E2384209-CB15-4CDF-9D31-C44FD9A3F2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2633B3B5-CC90-43F0-8714-D31D1F3F02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A8D57A06-A426-446D-B02C-A2DC6B62E4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="" xmlns:a16="http://schemas.microsoft.com/office/drawing/2014/main" id="{89F819C3-CC3F-9D75-9856-ECF1AE3D5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6" y="-2240"/>
            <a:ext cx="12196072" cy="6862479"/>
          </a:xfrm>
          <a:prstGeom prst="rect">
            <a:avLst/>
          </a:prstGeom>
        </p:spPr>
      </p:pic>
      <p:pic>
        <p:nvPicPr>
          <p:cNvPr id="7" name="Picture 6" descr="WhatsApp Image 2025-11-21 at 11.47.11 AM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62646" y="3038509"/>
            <a:ext cx="3215054" cy="316886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52460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Isosceles Triangle 39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white paper with black text&#10;&#10;AI-generated content may be incorrect.">
            <a:extLst>
              <a:ext uri="{FF2B5EF4-FFF2-40B4-BE49-F238E27FC236}">
                <a16:creationId xmlns="" xmlns:a16="http://schemas.microsoft.com/office/drawing/2014/main" id="{24553578-5485-197C-4801-0B4BB17F7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643" y="115004"/>
            <a:ext cx="7430428" cy="6538343"/>
          </a:xfrm>
          <a:prstGeom prst="rect">
            <a:avLst/>
          </a:prstGeom>
          <a:ln>
            <a:noFill/>
          </a:ln>
        </p:spPr>
      </p:pic>
      <p:sp>
        <p:nvSpPr>
          <p:cNvPr id="42" name="Isosceles Triangle 41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56721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70DFC902-7D23-471A-B557-B6B6917D7A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A8F079-B1E3-322B-872B-21FAF390B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YOUTUBE PLAYLIST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A55D5633-D557-4DCA-982C-FF36EB7A1C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450D3AD2-FA80-415F-A9CE-54D884561C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D042E3D-4A68-923F-94D3-070322717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" y="1813932"/>
            <a:ext cx="12189302" cy="50465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500" b="1" u="sng" dirty="0">
                <a:latin typeface="Arial Black"/>
              </a:rPr>
              <a:t/>
            </a:r>
            <a:br>
              <a:rPr lang="en-GB" sz="1500" b="1" u="sng" dirty="0">
                <a:latin typeface="Arial Black"/>
              </a:rPr>
            </a:br>
            <a:r>
              <a:rPr lang="en-GB" sz="1800" b="1" dirty="0">
                <a:latin typeface="Arial Black"/>
              </a:rPr>
              <a:t>  1. Agentic AI </a:t>
            </a:r>
            <a:r>
              <a:rPr lang="en-GB" sz="1800" b="1" dirty="0">
                <a:latin typeface="Wingdings"/>
                <a:sym typeface="Wingdings"/>
              </a:rPr>
              <a:t>è </a:t>
            </a:r>
            <a:r>
              <a:rPr lang="en-GB" sz="1800" b="1" u="sng" dirty="0" smtClean="0">
                <a:latin typeface="Arial Black"/>
                <a:hlinkClick r:id="rId2"/>
              </a:rPr>
              <a:t>www.youtube.com/playlist?list=PLVlQHNRLflP8Pt3wVlRWRaXZXi79cIwSq</a:t>
            </a:r>
            <a:endParaRPr lang="en-GB" sz="1800" b="1" u="sng" dirty="0" smtClean="0">
              <a:latin typeface="Arial Black"/>
            </a:endParaRPr>
          </a:p>
          <a:p>
            <a:pPr marL="0" indent="0">
              <a:buNone/>
            </a:pPr>
            <a:r>
              <a:rPr lang="en-GB" sz="1800" b="1" dirty="0" smtClean="0">
                <a:latin typeface="Arial Black"/>
              </a:rPr>
              <a:t>     </a:t>
            </a:r>
            <a:r>
              <a:rPr lang="en-GB" sz="1800" b="1" dirty="0">
                <a:latin typeface="Arial Black"/>
              </a:rPr>
              <a:t>2. N8N Bootcamp --&gt; </a:t>
            </a:r>
            <a:r>
              <a:rPr lang="en-GB" sz="1800" b="1" u="sng" dirty="0">
                <a:ea typeface="+mn-lt"/>
                <a:cs typeface="+mn-lt"/>
                <a:hlinkClick r:id="rId3"/>
              </a:rPr>
              <a:t>https://</a:t>
            </a:r>
            <a:r>
              <a:rPr lang="en-GB" sz="1800" b="1" u="sng" dirty="0" smtClean="0">
                <a:ea typeface="+mn-lt"/>
                <a:cs typeface="+mn-lt"/>
                <a:hlinkClick r:id="rId3"/>
              </a:rPr>
              <a:t>www.youtube.com/watch?v=7iiwSKjKbRA&amp;t=7054s</a:t>
            </a:r>
            <a:endParaRPr lang="en-GB" sz="1800" b="1" u="sng" dirty="0" smtClean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800" b="1" dirty="0">
                <a:latin typeface="Arial Black"/>
              </a:rPr>
              <a:t>   3. Hugging Face Bootcamp --&gt; </a:t>
            </a:r>
            <a:r>
              <a:rPr lang="en-GB" sz="1800" b="1" u="sng" dirty="0">
                <a:ea typeface="+mn-lt"/>
                <a:cs typeface="+mn-lt"/>
                <a:hlinkClick r:id="rId4"/>
              </a:rPr>
              <a:t>https://</a:t>
            </a:r>
            <a:r>
              <a:rPr lang="en-GB" sz="1800" b="1" u="sng" dirty="0" smtClean="0">
                <a:ea typeface="+mn-lt"/>
                <a:cs typeface="+mn-lt"/>
                <a:hlinkClick r:id="rId4"/>
              </a:rPr>
              <a:t>www.youtube.com/watch?v=QSWFG7Rj9c4&amp;t=7646s</a:t>
            </a:r>
            <a:endParaRPr lang="en-GB" sz="1800" b="1" u="sng" dirty="0" smtClean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800" b="1" dirty="0" smtClean="0">
                <a:latin typeface="Arial Black"/>
              </a:rPr>
              <a:t> </a:t>
            </a:r>
            <a:r>
              <a:rPr lang="en-GB" sz="1800" b="1" dirty="0">
                <a:latin typeface="Arial Black"/>
              </a:rPr>
              <a:t>  4. Data Analytics &amp; Business Analytics </a:t>
            </a:r>
            <a:r>
              <a:rPr lang="en-GB" sz="1800" b="1" dirty="0">
                <a:latin typeface="Wingdings"/>
                <a:sym typeface="Wingdings"/>
              </a:rPr>
              <a:t>è </a:t>
            </a:r>
            <a:endParaRPr lang="en-GB" sz="1800" b="1" u="sng" dirty="0">
              <a:latin typeface="Arial Black"/>
            </a:endParaRPr>
          </a:p>
          <a:p>
            <a:pPr marL="0" indent="0">
              <a:buNone/>
            </a:pPr>
            <a:r>
              <a:rPr lang="en-GB" sz="1800" b="1" u="sng" dirty="0" smtClean="0">
                <a:latin typeface="Arial Black"/>
                <a:hlinkClick r:id="rId5"/>
              </a:rPr>
              <a:t>www.youtube.com/playlist?list=PLVlQHNRLflP-BgYmMlM8YQpvQM2J99HE0</a:t>
            </a:r>
            <a:endParaRPr lang="en-GB" sz="1800" b="1" u="sng" dirty="0" smtClean="0">
              <a:latin typeface="Arial Black"/>
            </a:endParaRPr>
          </a:p>
          <a:p>
            <a:pPr marL="0" indent="0">
              <a:buNone/>
            </a:pPr>
            <a:r>
              <a:rPr lang="en-GB" sz="1800" b="1" dirty="0" smtClean="0">
                <a:latin typeface="Arial Black"/>
              </a:rPr>
              <a:t> </a:t>
            </a:r>
            <a:r>
              <a:rPr lang="en-GB" sz="1800" b="1" dirty="0">
                <a:latin typeface="Arial Black"/>
              </a:rPr>
              <a:t>  5. Generative AI </a:t>
            </a:r>
            <a:r>
              <a:rPr lang="en-GB" sz="1800" b="1" dirty="0">
                <a:latin typeface="Wingdings"/>
                <a:sym typeface="Wingdings"/>
              </a:rPr>
              <a:t>è </a:t>
            </a:r>
            <a:r>
              <a:rPr lang="en-GB" sz="1800" b="1" u="sng" dirty="0" smtClean="0">
                <a:latin typeface="Arial Black"/>
                <a:hlinkClick r:id="rId6"/>
              </a:rPr>
              <a:t>www.youtube.com/playlist?list=PLVlQHNRLflP81c99eg7UhkVZxwPvhTddM</a:t>
            </a:r>
            <a:endParaRPr lang="en-GB" sz="1800" b="1" u="sng" dirty="0" smtClean="0">
              <a:latin typeface="Arial Black"/>
            </a:endParaRPr>
          </a:p>
          <a:p>
            <a:pPr marL="0" indent="0">
              <a:buNone/>
            </a:pPr>
            <a:r>
              <a:rPr lang="en-GB" sz="1800" b="1" dirty="0" smtClean="0">
                <a:latin typeface="Arial Black"/>
              </a:rPr>
              <a:t> </a:t>
            </a:r>
            <a:r>
              <a:rPr lang="en-GB" sz="1800" b="1" dirty="0">
                <a:latin typeface="Arial Black"/>
              </a:rPr>
              <a:t>    </a:t>
            </a:r>
            <a:r>
              <a:rPr lang="en-GB" sz="1800" b="1" dirty="0" smtClean="0">
                <a:latin typeface="Arial Black"/>
              </a:rPr>
              <a:t>6. </a:t>
            </a:r>
            <a:r>
              <a:rPr lang="en-GB" sz="1800" b="1" dirty="0">
                <a:latin typeface="Arial Black"/>
              </a:rPr>
              <a:t>AZUR AI (Cognitive Services for Data Scientist) </a:t>
            </a:r>
            <a:r>
              <a:rPr lang="en-GB" sz="1800" b="1" dirty="0" smtClean="0">
                <a:latin typeface="Wingdings"/>
                <a:sym typeface="Wingdings"/>
              </a:rPr>
              <a:t>è</a:t>
            </a:r>
          </a:p>
          <a:p>
            <a:pPr marL="0" indent="0">
              <a:buNone/>
            </a:pPr>
            <a:r>
              <a:rPr lang="en-GB" sz="1800" b="1" u="sng" dirty="0" smtClean="0">
                <a:latin typeface="Arial Black"/>
                <a:hlinkClick r:id="rId7"/>
              </a:rPr>
              <a:t>https://www.youtube.com/playlist?list=PLVlQHNRLflP8JthpjvJFaofUkJS1A7qa1</a:t>
            </a:r>
            <a:endParaRPr lang="en-GB" sz="1800" b="1" u="sng" dirty="0" smtClean="0">
              <a:latin typeface="Arial Black"/>
            </a:endParaRPr>
          </a:p>
          <a:p>
            <a:pPr marL="0" indent="0">
              <a:buNone/>
            </a:pPr>
            <a:r>
              <a:rPr lang="en-GB" sz="1800" b="1" dirty="0">
                <a:latin typeface="Arial Black"/>
              </a:rPr>
              <a:t>     </a:t>
            </a:r>
            <a:r>
              <a:rPr lang="en-GB" sz="1800" b="1" dirty="0" smtClean="0">
                <a:latin typeface="Arial Black"/>
              </a:rPr>
              <a:t>7. </a:t>
            </a:r>
            <a:r>
              <a:rPr lang="en-GB" sz="1800" b="1" dirty="0">
                <a:latin typeface="Arial Black"/>
              </a:rPr>
              <a:t>Resume Building Bootcamp for Data Analytics, BA, Data Science &amp; GEN AI Roles </a:t>
            </a:r>
            <a:r>
              <a:rPr lang="en-GB" sz="1800" b="1" dirty="0">
                <a:latin typeface="Wingdings"/>
                <a:sym typeface="Wingdings"/>
              </a:rPr>
              <a:t>è</a:t>
            </a:r>
            <a:br>
              <a:rPr lang="en-GB" sz="1800" b="1" dirty="0">
                <a:latin typeface="Wingdings"/>
                <a:sym typeface="Wingdings"/>
              </a:rPr>
            </a:br>
            <a:r>
              <a:rPr lang="en-GB" sz="1800" b="1" u="sng" dirty="0" smtClean="0">
                <a:hlinkClick r:id="rId8"/>
              </a:rPr>
              <a:t>https://www.youtube.com/playlist?list=PLVlQHNRLflP-SaPff3325gkISMHEznEix</a:t>
            </a:r>
            <a:endParaRPr lang="en-GB" sz="1800" b="1" u="sng" dirty="0" smtClean="0"/>
          </a:p>
          <a:p>
            <a:pPr marL="0" indent="0">
              <a:buNone/>
            </a:pPr>
            <a:endParaRPr lang="en-GB" sz="1800" b="1" u="sng" dirty="0"/>
          </a:p>
        </p:txBody>
      </p:sp>
    </p:spTree>
    <p:extLst>
      <p:ext uri="{BB962C8B-B14F-4D97-AF65-F5344CB8AC3E}">
        <p14:creationId xmlns="" xmlns:p14="http://schemas.microsoft.com/office/powerpoint/2010/main" val="282399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A7AE9375-4664-4DB2-922D-2782A6E439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A2C100-62E0-1D6D-B935-40099A4C9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542" y="430440"/>
            <a:ext cx="6193971" cy="90850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4400" b="1" kern="1200" dirty="0">
                <a:solidFill>
                  <a:schemeClr val="bg1"/>
                </a:solidFill>
                <a:highlight>
                  <a:srgbClr val="000080"/>
                </a:highlight>
                <a:latin typeface="+mj-lt"/>
                <a:ea typeface="+mj-ea"/>
                <a:cs typeface="+mj-cs"/>
              </a:rPr>
              <a:t>WHAT IS AGENTIC AI </a:t>
            </a:r>
            <a:r>
              <a:rPr lang="en-US" sz="4400" b="1" kern="1200" dirty="0">
                <a:solidFill>
                  <a:schemeClr val="bg1"/>
                </a:solidFill>
                <a:highlight>
                  <a:srgbClr val="000080"/>
                </a:highlight>
                <a:latin typeface="+mj-lt"/>
                <a:ea typeface="+mj-ea"/>
                <a:cs typeface="+mj-cs"/>
                <a:sym typeface="Wingdings" panose="05000000000000000000" pitchFamily="2" charset="2"/>
              </a:rPr>
              <a:t></a:t>
            </a:r>
            <a:r>
              <a:rPr lang="en-US" sz="4400" b="1" kern="1200" dirty="0">
                <a:solidFill>
                  <a:schemeClr val="bg1"/>
                </a:solidFill>
                <a:highlight>
                  <a:srgbClr val="000080"/>
                </a:highlight>
                <a:latin typeface="+mj-lt"/>
                <a:ea typeface="+mj-ea"/>
                <a:cs typeface="+mj-cs"/>
              </a:rPr>
              <a:t>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="" xmlns:a16="http://schemas.microsoft.com/office/drawing/2014/main" id="{EE504C98-6397-41C1-A8D8-2D9C4ED307E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3D71FD67-7FF9-580D-7B17-1C5A6E34F8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39486" y="1654192"/>
            <a:ext cx="11826308" cy="5088616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What is Agentic AI in Simple Terms?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Agentic 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refers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AI systems that can take independent actions, make decisions, and complete tasks without constant human input.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Unlike traditional AI, which only responds when asked,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Agentic AI plans, reasons, and executes tasks on its own.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Example</a:t>
            </a:r>
            <a:r>
              <a:rPr lang="en-US" altLang="en-US" b="1" dirty="0">
                <a:solidFill>
                  <a:schemeClr val="bg1"/>
                </a:solidFill>
                <a:highlight>
                  <a:srgbClr val="000080"/>
                </a:highlight>
              </a:rPr>
              <a:t> </a:t>
            </a:r>
            <a:r>
              <a:rPr lang="en-US" altLang="en-US" b="1" dirty="0">
                <a:solidFill>
                  <a:schemeClr val="bg1"/>
                </a:solidFill>
                <a:highlight>
                  <a:srgbClr val="000080"/>
                </a:highlight>
                <a:sym typeface="Wingdings" panose="05000000000000000000" pitchFamily="2" charset="2"/>
              </a:rPr>
              <a:t>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highlight>
                <a:srgbClr val="000080"/>
              </a:highlight>
            </a:endParaRP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AutoGPT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&amp;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BabyAGI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AI agents that set goals and complete tasks automatically. 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Self-Driving Cars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Analyze the road, make driving decisions, and adjust routes. 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AI Personal Assistants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Plan schedules, book flights, and send emails without manual input. 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Stock Trading Bots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Make buying and selling decisions based on market trends.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9DD005C1-8C51-42D6-9BEE-B9B8384974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39594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184D4F-7686-FED7-CA86-DC3FE218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A7AE9375-4664-4DB2-922D-2782A6E439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EE504C98-6397-41C1-A8D8-2D9C4ED307E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8E0451F-3612-387C-C789-197ABD4C9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206" y="235974"/>
            <a:ext cx="11939588" cy="6382536"/>
          </a:xfrm>
        </p:spPr>
        <p:txBody>
          <a:bodyPr vert="horz" lIns="91440" tIns="45720" rIns="91440" bIns="45720" rtlCol="0">
            <a:noAutofit/>
          </a:bodyPr>
          <a:lstStyle/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How Does Agentic AI Work?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Understands Goals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AI knows what needs to be done. 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Plans &amp; Strategizes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→ Breaks tasks into steps and finds the best way to complete them. 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Takes Actions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 →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Executes tasks independently (e.g., searching the web, sending emails, making decisions). 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Learns &amp; Adapts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 →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Improves over time based on past actions. </a:t>
            </a:r>
          </a:p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0000"/>
                </a:highlight>
              </a:rPr>
              <a:t>Why is Agentic AI Special?</a:t>
            </a:r>
          </a:p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✅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Autonomous Decision-Making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 –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Works without needing constant instructions.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✅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Multi-Step Task Handling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 –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Can complete complex workflows.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✅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Self-Learning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 –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Improves and adapts based on experience.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Agentic AI is like an AI assistant that doesn’t just follow orders—it thinks, plans, and acts on its own to get things done!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9DD005C1-8C51-42D6-9BEE-B9B8384974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1724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E363C72-DC32-0552-2F7F-838632517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61353D-74AC-F26C-A976-B50A3AFDC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8659"/>
            <a:ext cx="12192000" cy="1061884"/>
          </a:xfrm>
        </p:spPr>
        <p:txBody>
          <a:bodyPr/>
          <a:lstStyle/>
          <a:p>
            <a:r>
              <a:rPr lang="en-IN" b="1" dirty="0">
                <a:highlight>
                  <a:srgbClr val="00FF00"/>
                </a:highlight>
              </a:rPr>
              <a:t>Agentic AI Frameworks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EE64740-DF67-80B7-2069-4876BF06D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155" y="1140543"/>
            <a:ext cx="12083845" cy="5638798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="" xmlns:a16="http://schemas.microsoft.com/office/drawing/2014/main" id="{D2D607AE-C981-8879-6ABC-D66AEE46C4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496698964"/>
              </p:ext>
            </p:extLst>
          </p:nvPr>
        </p:nvGraphicFramePr>
        <p:xfrm>
          <a:off x="195859" y="1288026"/>
          <a:ext cx="11691341" cy="4956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269827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256B2C21-A230-48C0-8DF1-C46611373C4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3847E18C-932D-4C95-AABA-FEC7C9499A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3150CB11-0C61-439E-910F-5787759E72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="" xmlns:a16="http://schemas.microsoft.com/office/drawing/2014/main" id="{43F8A58B-5155-44CE-A5FF-7647B47D0A7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443F2ACA-E6D6-4028-82DD-F03C262D5D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47070E-7970-15D7-23A3-16AC1899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" y="2401581"/>
            <a:ext cx="3899350" cy="1855229"/>
          </a:xfrm>
        </p:spPr>
        <p:txBody>
          <a:bodyPr anchor="b">
            <a:normAutofit/>
          </a:bodyPr>
          <a:lstStyle/>
          <a:p>
            <a:pPr algn="ctr"/>
            <a:r>
              <a:rPr lang="en-GB" sz="4000" b="1" dirty="0" smtClean="0">
                <a:solidFill>
                  <a:srgbClr val="FFFFFF"/>
                </a:solidFill>
                <a:latin typeface="Aptos"/>
              </a:rPr>
              <a:t>1</a:t>
            </a:r>
            <a:r>
              <a:rPr lang="en-GB" sz="4000" b="1" dirty="0">
                <a:solidFill>
                  <a:srgbClr val="FFFFFF"/>
                </a:solidFill>
                <a:latin typeface="Aptos"/>
              </a:rPr>
              <a:t>. Introduction to Google DeepMind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="" xmlns:a16="http://schemas.microsoft.com/office/drawing/2014/main" id="{BE7887FD-588A-97D2-F2CB-2E88C4E36F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593747535"/>
              </p:ext>
            </p:extLst>
          </p:nvPr>
        </p:nvGraphicFramePr>
        <p:xfrm>
          <a:off x="4220357" y="120962"/>
          <a:ext cx="7958919" cy="6635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65698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256B2C21-A230-48C0-8DF1-C46611373C4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847E18C-932D-4C95-AABA-FEC7C9499A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150CB11-0C61-439E-910F-5787759E72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="" xmlns:a16="http://schemas.microsoft.com/office/drawing/2014/main" id="{43F8A58B-5155-44CE-A5FF-7647B47D0A7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443F2ACA-E6D6-4028-82DD-F03C262D5D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1D83CFD-E0BA-61C2-08AD-E65907CF8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8562"/>
            <a:ext cx="3701743" cy="1521553"/>
          </a:xfrm>
        </p:spPr>
        <p:txBody>
          <a:bodyPr anchor="b">
            <a:normAutofit/>
          </a:bodyPr>
          <a:lstStyle/>
          <a:p>
            <a:pPr algn="ctr"/>
            <a:r>
              <a:rPr lang="en-GB" sz="4000" dirty="0">
                <a:solidFill>
                  <a:srgbClr val="FFFFFF"/>
                </a:solidFill>
                <a:ea typeface="+mj-lt"/>
                <a:cs typeface="+mj-lt"/>
              </a:rPr>
              <a:t>Introduction to Gemini 3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4E09B18F-51AB-8E92-41DB-A7A7FC9FCE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120985722"/>
              </p:ext>
            </p:extLst>
          </p:nvPr>
        </p:nvGraphicFramePr>
        <p:xfrm>
          <a:off x="4220357" y="187223"/>
          <a:ext cx="7859527" cy="6514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297367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B95B9BA8-1D69-4796-85F5-B6D0BD5235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BE22FE-647B-9FF6-A22F-E810392C7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43" y="263427"/>
            <a:ext cx="9847540" cy="960350"/>
          </a:xfrm>
        </p:spPr>
        <p:txBody>
          <a:bodyPr anchor="t">
            <a:normAutofit/>
          </a:bodyPr>
          <a:lstStyle/>
          <a:p>
            <a:pPr algn="ctr"/>
            <a:r>
              <a:rPr lang="en-GB" sz="5400" dirty="0">
                <a:ea typeface="+mj-lt"/>
                <a:cs typeface="+mj-lt"/>
              </a:rPr>
              <a:t>What is Antigravity?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2ECCE0-C4FD-161E-D0A9-B281FF49F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524" y="1507282"/>
            <a:ext cx="9877795" cy="51926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Introduction to Antigravity (Google’s agentic AI IDE)</a:t>
            </a:r>
            <a:endParaRPr lang="en-GB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How developers use Antigravity for agent-based workflows</a:t>
            </a:r>
            <a:endParaRPr lang="en-GB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Key features:</a:t>
            </a:r>
            <a:endParaRPr lang="en-GB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Autonomous coding</a:t>
            </a:r>
            <a:endParaRPr lang="en-GB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Task planning + execution</a:t>
            </a:r>
            <a:endParaRPr lang="en-GB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Browser + terminal + editor integration</a:t>
            </a:r>
            <a:endParaRPr lang="en-GB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Debugging + validation loops</a:t>
            </a:r>
            <a:endParaRPr lang="en-GB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Why Antigravity is a game-changer for developers</a:t>
            </a:r>
            <a:endParaRPr lang="en-GB" dirty="0">
              <a:solidFill>
                <a:schemeClr val="tx1">
                  <a:alpha val="80000"/>
                </a:schemeClr>
              </a:solidFill>
            </a:endParaRPr>
          </a:p>
          <a:p>
            <a:endParaRPr lang="en-GB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4728F330-19FB-4D39-BD0F-53032ABFEB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30220D63-6F38-42F9-8AAD-3B1363A4FAE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="" xmlns:a16="http://schemas.microsoft.com/office/drawing/2014/main" id="{97B054CB-4DA3-4EDD-B196-A5DDD1E4E6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2613382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>
            <a:extLst>
              <a:ext uri="{FF2B5EF4-FFF2-40B4-BE49-F238E27FC236}">
                <a16:creationId xmlns="" xmlns:a16="http://schemas.microsoft.com/office/drawing/2014/main" id="{9DD25342-A105-52FE-0FE8-867F0E74A5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63EC79-DC15-3A82-FF6A-BB53266D0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3824"/>
          </a:xfrm>
        </p:spPr>
        <p:txBody>
          <a:bodyPr>
            <a:normAutofit/>
          </a:bodyPr>
          <a:lstStyle/>
          <a:p>
            <a:r>
              <a:rPr lang="en-GB">
                <a:ea typeface="+mj-lt"/>
                <a:cs typeface="+mj-lt"/>
              </a:rPr>
              <a:t>Agentic AI Overview</a:t>
            </a:r>
            <a:endParaRPr lang="en-US"/>
          </a:p>
        </p:txBody>
      </p:sp>
      <p:graphicFrame>
        <p:nvGraphicFramePr>
          <p:cNvPr id="78" name="Content Placeholder 2">
            <a:extLst>
              <a:ext uri="{FF2B5EF4-FFF2-40B4-BE49-F238E27FC236}">
                <a16:creationId xmlns="" xmlns:a16="http://schemas.microsoft.com/office/drawing/2014/main" id="{D6F6C326-DEA1-281E-B933-5FFD75CA0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519617002"/>
              </p:ext>
            </p:extLst>
          </p:nvPr>
        </p:nvGraphicFramePr>
        <p:xfrm>
          <a:off x="175592" y="1439104"/>
          <a:ext cx="11708294" cy="5069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="" xmlns:p14="http://schemas.microsoft.com/office/powerpoint/2010/main" val="1253421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6EA86598-DA2C-41D5-BC0C-E877F8818E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B2FF4E-321F-1C1D-DDC1-B1181C5EF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07" y="-2757"/>
            <a:ext cx="5934089" cy="1505794"/>
          </a:xfrm>
        </p:spPr>
        <p:txBody>
          <a:bodyPr anchor="t">
            <a:normAutofit/>
          </a:bodyPr>
          <a:lstStyle/>
          <a:p>
            <a:pPr algn="ctr"/>
            <a:r>
              <a:rPr lang="en-GB" sz="4800" b="1" dirty="0">
                <a:solidFill>
                  <a:schemeClr val="bg1"/>
                </a:solidFill>
              </a:rPr>
              <a:t>New Batch Announcement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450D3AD2-FA80-415F-A9CE-54D884561C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55556" y="2372156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7706DF-4AB9-5198-4730-985E55658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009" y="1607455"/>
            <a:ext cx="6095544" cy="524759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AI, Generative AI &amp; Agentic AI  with Python @ 5:30 PM (IST) Webinar Link: 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rgbClr val="FF0000"/>
                </a:solidFill>
                <a:highlight>
                  <a:srgbClr val="00FF00"/>
                </a:highlight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https://zoom.us/j/84122495212</a:t>
            </a:r>
            <a:r>
              <a:rPr lang="en-GB" sz="2000" b="1" dirty="0">
                <a:solidFill>
                  <a:srgbClr val="FF0000"/>
                </a:solidFill>
                <a:highlight>
                  <a:srgbClr val="00FF00"/>
                </a:highlight>
              </a:rPr>
              <a:t> </a:t>
            </a:r>
            <a:endParaRPr lang="en-GB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sz="3200" dirty="0">
                <a:solidFill>
                  <a:schemeClr val="bg1"/>
                </a:solidFill>
              </a:rPr>
              <a:t>Registration Link :</a:t>
            </a:r>
            <a:r>
              <a:rPr lang="en-GB" dirty="0">
                <a:solidFill>
                  <a:schemeClr val="bg1"/>
                </a:solidFill>
              </a:rPr>
              <a:t>-</a:t>
            </a:r>
            <a:r>
              <a:rPr lang="en-GB" sz="2000" dirty="0">
                <a:solidFill>
                  <a:srgbClr val="FF0000"/>
                </a:solidFill>
                <a:highlight>
                  <a:srgbClr val="00FF00"/>
                </a:highlight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https://us06web.zoom.us/webinar/register/WN_qn0STmrAR4uppU_FoO04gA</a:t>
            </a:r>
            <a:r>
              <a:rPr lang="en-GB" sz="2000" dirty="0">
                <a:solidFill>
                  <a:srgbClr val="FF0000"/>
                </a:solidFill>
                <a:highlight>
                  <a:srgbClr val="00FF00"/>
                </a:highlight>
              </a:rPr>
              <a:t> </a:t>
            </a:r>
            <a:endParaRPr lang="en-GB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b="1" dirty="0" smtClean="0">
                <a:solidFill>
                  <a:schemeClr val="bg1"/>
                </a:solidFill>
              </a:rPr>
              <a:t>2-Days </a:t>
            </a:r>
            <a:r>
              <a:rPr lang="en-GB" b="1" dirty="0">
                <a:solidFill>
                  <a:schemeClr val="bg1"/>
                </a:solidFill>
              </a:rPr>
              <a:t>Recording Link --&gt;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bg1"/>
                </a:solidFill>
                <a:highlight>
                  <a:srgbClr val="FF0000"/>
                </a:highlight>
                <a:ea typeface="+mn-lt"/>
                <a:cs typeface="+mn-lt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Day-1 :  https://www.youtube.com/watch?v=PBAfL60LyE8&amp;t=4337s</a:t>
            </a:r>
            <a:endParaRPr lang="en-GB" sz="2000" dirty="0">
              <a:solidFill>
                <a:schemeClr val="bg1"/>
              </a:solidFill>
              <a:highlight>
                <a:srgbClr val="FF0000"/>
              </a:highlight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bg1"/>
                </a:solidFill>
                <a:highlight>
                  <a:srgbClr val="FF0000"/>
                </a:highlight>
              </a:rPr>
              <a:t>Day-2 : </a:t>
            </a:r>
            <a:r>
              <a:rPr lang="en-GB" sz="2000" dirty="0">
                <a:solidFill>
                  <a:schemeClr val="bg1"/>
                </a:solidFill>
                <a:highlight>
                  <a:srgbClr val="FF0000"/>
                </a:highlight>
                <a:ea typeface="+mn-lt"/>
                <a:cs typeface="+mn-lt"/>
                <a:hlinkClick r:id="rId5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https://www.youtube.com/watch?v=oKzJ5BE8vVc&amp;t=3s</a:t>
            </a:r>
            <a:endParaRPr lang="en-GB" sz="2000" dirty="0">
              <a:solidFill>
                <a:schemeClr val="bg1"/>
              </a:solidFill>
              <a:highlight>
                <a:srgbClr val="FF0000"/>
              </a:highlight>
              <a:hlinkClick r:id="" action="ppaction://noaction">
                <a:extLst>
                  <a:ext uri="{A12FA001-AC4F-418D-AE19-62706E023703}">
                    <ahyp:hlinkClr xmlns=""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GB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Connect to Mr. Areef @ +91 - 9154861173</a:t>
            </a:r>
          </a:p>
          <a:p>
            <a:pPr marL="0" indent="0">
              <a:buNone/>
            </a:pPr>
            <a:endParaRPr lang="en-GB" sz="2000" dirty="0">
              <a:solidFill>
                <a:schemeClr val="bg1"/>
              </a:solidFill>
              <a:latin typeface="Arial"/>
              <a:cs typeface="Arial"/>
            </a:endParaRPr>
          </a:p>
          <a:p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="" xmlns:a16="http://schemas.microsoft.com/office/drawing/2014/main" id="{87F16C5A-0D41-47A9-B0A2-9C2AD7A8CF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obot reading a book&#10;&#10;AI-generated content may be incorrect.">
            <a:extLst>
              <a:ext uri="{FF2B5EF4-FFF2-40B4-BE49-F238E27FC236}">
                <a16:creationId xmlns="" xmlns:a16="http://schemas.microsoft.com/office/drawing/2014/main" id="{942F29FE-8256-6A8A-4986-3112C5617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032" y="-4947"/>
            <a:ext cx="5926844" cy="686218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70673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405</Words>
  <Application>Microsoft Office PowerPoint</Application>
  <PresentationFormat>Custom</PresentationFormat>
  <Paragraphs>79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YOUTUBE PLAYLIST</vt:lpstr>
      <vt:lpstr>WHAT IS AGENTIC AI  </vt:lpstr>
      <vt:lpstr>Slide 5</vt:lpstr>
      <vt:lpstr>Agentic AI Frameworks</vt:lpstr>
      <vt:lpstr>1. Introduction to Google DeepMind</vt:lpstr>
      <vt:lpstr>Introduction to Gemini 3</vt:lpstr>
      <vt:lpstr>What is Antigravity?</vt:lpstr>
      <vt:lpstr>Agentic AI Overview</vt:lpstr>
      <vt:lpstr>New Batch Announcement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Admin</cp:lastModifiedBy>
  <cp:revision>240</cp:revision>
  <dcterms:created xsi:type="dcterms:W3CDTF">2025-11-22T09:35:05Z</dcterms:created>
  <dcterms:modified xsi:type="dcterms:W3CDTF">2025-11-22T15:32:21Z</dcterms:modified>
</cp:coreProperties>
</file>